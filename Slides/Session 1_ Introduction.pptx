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BA539-A57C-4489-BF90-8F6D947072E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89A1F7-FB14-4B78-9966-200A51995D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Governments</a:t>
          </a:r>
          <a:endParaRPr lang="en-US"/>
        </a:p>
      </dgm:t>
    </dgm:pt>
    <dgm:pt modelId="{A25FFFC5-E143-4790-AF21-5606169D1368}" type="parTrans" cxnId="{60DB5F9A-1FCC-4F9D-8BA6-513CF6D423E8}">
      <dgm:prSet/>
      <dgm:spPr/>
      <dgm:t>
        <a:bodyPr/>
        <a:lstStyle/>
        <a:p>
          <a:endParaRPr lang="en-US"/>
        </a:p>
      </dgm:t>
    </dgm:pt>
    <dgm:pt modelId="{A2C5ABD6-6CE5-40FA-8C8F-71DAF7BE48F8}" type="sibTrans" cxnId="{60DB5F9A-1FCC-4F9D-8BA6-513CF6D423E8}">
      <dgm:prSet/>
      <dgm:spPr/>
      <dgm:t>
        <a:bodyPr/>
        <a:lstStyle/>
        <a:p>
          <a:endParaRPr lang="en-US"/>
        </a:p>
      </dgm:t>
    </dgm:pt>
    <dgm:pt modelId="{65EC272C-6268-4A1C-830C-8EBBBD6F6C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Formulate economic policies </a:t>
          </a:r>
        </a:p>
      </dgm:t>
    </dgm:pt>
    <dgm:pt modelId="{D5BA650C-AE3E-4D9F-890E-73C405140EE6}" type="parTrans" cxnId="{31896878-60AC-4DA8-8254-0C6D1029C8B1}">
      <dgm:prSet/>
      <dgm:spPr/>
      <dgm:t>
        <a:bodyPr/>
        <a:lstStyle/>
        <a:p>
          <a:endParaRPr lang="en-US"/>
        </a:p>
      </dgm:t>
    </dgm:pt>
    <dgm:pt modelId="{4E3C48D2-AFCC-4692-8B78-AD5B2626B8C1}" type="sibTrans" cxnId="{31896878-60AC-4DA8-8254-0C6D1029C8B1}">
      <dgm:prSet/>
      <dgm:spPr/>
      <dgm:t>
        <a:bodyPr/>
        <a:lstStyle/>
        <a:p>
          <a:endParaRPr lang="en-US"/>
        </a:p>
      </dgm:t>
    </dgm:pt>
    <dgm:pt modelId="{70C7C17D-1C76-4D49-B395-ADA9BAB40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Control inflation </a:t>
          </a:r>
        </a:p>
      </dgm:t>
    </dgm:pt>
    <dgm:pt modelId="{F6D9086B-F918-40E6-A2BF-30D850B04166}" type="parTrans" cxnId="{85828CE9-3E3B-4899-90D0-DD7EAC450B97}">
      <dgm:prSet/>
      <dgm:spPr/>
      <dgm:t>
        <a:bodyPr/>
        <a:lstStyle/>
        <a:p>
          <a:endParaRPr lang="en-US"/>
        </a:p>
      </dgm:t>
    </dgm:pt>
    <dgm:pt modelId="{D4A5CCB0-D0F1-453C-AADA-95CD8FD7FE9C}" type="sibTrans" cxnId="{85828CE9-3E3B-4899-90D0-DD7EAC450B97}">
      <dgm:prSet/>
      <dgm:spPr/>
      <dgm:t>
        <a:bodyPr/>
        <a:lstStyle/>
        <a:p>
          <a:endParaRPr lang="en-US"/>
        </a:p>
      </dgm:t>
    </dgm:pt>
    <dgm:pt modelId="{48B4CB7F-E44C-46E8-8F2C-1476C7F240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unemployment </a:t>
          </a:r>
        </a:p>
      </dgm:t>
    </dgm:pt>
    <dgm:pt modelId="{F7B717B6-A8E9-4A5B-9D21-C5AD80FD51A6}" type="parTrans" cxnId="{93F2EB8F-D7CD-4BCD-83A6-4602389CF660}">
      <dgm:prSet/>
      <dgm:spPr/>
      <dgm:t>
        <a:bodyPr/>
        <a:lstStyle/>
        <a:p>
          <a:endParaRPr lang="en-US"/>
        </a:p>
      </dgm:t>
    </dgm:pt>
    <dgm:pt modelId="{74683585-8527-413B-AD33-12AA923ED665}" type="sibTrans" cxnId="{93F2EB8F-D7CD-4BCD-83A6-4602389CF660}">
      <dgm:prSet/>
      <dgm:spPr/>
      <dgm:t>
        <a:bodyPr/>
        <a:lstStyle/>
        <a:p>
          <a:endParaRPr lang="en-US"/>
        </a:p>
      </dgm:t>
    </dgm:pt>
    <dgm:pt modelId="{7C2E48C6-92AC-48CA-A004-D8C87B2E18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Promote economic growth </a:t>
          </a:r>
        </a:p>
      </dgm:t>
    </dgm:pt>
    <dgm:pt modelId="{9BA9950A-3389-4936-BBA6-C0801F192476}" type="parTrans" cxnId="{5C5585BC-EB65-4C0E-8405-0DBA8BE21385}">
      <dgm:prSet/>
      <dgm:spPr/>
      <dgm:t>
        <a:bodyPr/>
        <a:lstStyle/>
        <a:p>
          <a:endParaRPr lang="en-US"/>
        </a:p>
      </dgm:t>
    </dgm:pt>
    <dgm:pt modelId="{5ED6EC6E-FB90-4E51-A2CB-08F660D12837}" type="sibTrans" cxnId="{5C5585BC-EB65-4C0E-8405-0DBA8BE21385}">
      <dgm:prSet/>
      <dgm:spPr/>
      <dgm:t>
        <a:bodyPr/>
        <a:lstStyle/>
        <a:p>
          <a:endParaRPr lang="en-US"/>
        </a:p>
      </dgm:t>
    </dgm:pt>
    <dgm:pt modelId="{4C0D6F34-9678-4FB6-8A3C-0F81433645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Businesses</a:t>
          </a:r>
          <a:endParaRPr lang="en-US"/>
        </a:p>
      </dgm:t>
    </dgm:pt>
    <dgm:pt modelId="{BC3D1264-B3AB-4A67-B2C4-E8D8055F5CFC}" type="parTrans" cxnId="{6D8BB34B-A4BE-4A2B-8566-E2B0DD5717E7}">
      <dgm:prSet/>
      <dgm:spPr/>
      <dgm:t>
        <a:bodyPr/>
        <a:lstStyle/>
        <a:p>
          <a:endParaRPr lang="en-US"/>
        </a:p>
      </dgm:t>
    </dgm:pt>
    <dgm:pt modelId="{BFE9D625-B1FA-43B3-A79E-65CA49C5A263}" type="sibTrans" cxnId="{6D8BB34B-A4BE-4A2B-8566-E2B0DD5717E7}">
      <dgm:prSet/>
      <dgm:spPr/>
      <dgm:t>
        <a:bodyPr/>
        <a:lstStyle/>
        <a:p>
          <a:endParaRPr lang="en-US"/>
        </a:p>
      </dgm:t>
    </dgm:pt>
    <dgm:pt modelId="{1EE864A2-97A7-49C6-8537-AB5E14301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 market demand </a:t>
          </a:r>
        </a:p>
      </dgm:t>
    </dgm:pt>
    <dgm:pt modelId="{730196E1-1ABD-4C1E-B401-CD7B08340544}" type="parTrans" cxnId="{DBC6ABF2-1390-40B7-8779-EC66D59979E3}">
      <dgm:prSet/>
      <dgm:spPr/>
      <dgm:t>
        <a:bodyPr/>
        <a:lstStyle/>
        <a:p>
          <a:endParaRPr lang="en-US"/>
        </a:p>
      </dgm:t>
    </dgm:pt>
    <dgm:pt modelId="{B85D0CB2-6C27-402C-BD8F-AABA206D2816}" type="sibTrans" cxnId="{DBC6ABF2-1390-40B7-8779-EC66D59979E3}">
      <dgm:prSet/>
      <dgm:spPr/>
      <dgm:t>
        <a:bodyPr/>
        <a:lstStyle/>
        <a:p>
          <a:endParaRPr lang="en-US"/>
        </a:p>
      </dgm:t>
    </dgm:pt>
    <dgm:pt modelId="{D3A8AFB4-98F7-4937-A4A4-BE4BE93C05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investment decisions </a:t>
          </a:r>
        </a:p>
      </dgm:t>
    </dgm:pt>
    <dgm:pt modelId="{85B47468-BCBC-4871-9BA5-1FE5D852E998}" type="parTrans" cxnId="{9C203EA1-2087-4A0E-8133-5CA0522262B1}">
      <dgm:prSet/>
      <dgm:spPr/>
      <dgm:t>
        <a:bodyPr/>
        <a:lstStyle/>
        <a:p>
          <a:endParaRPr lang="en-US"/>
        </a:p>
      </dgm:t>
    </dgm:pt>
    <dgm:pt modelId="{80B3B979-FA30-42FE-B48F-06FF6A9B5FEF}" type="sibTrans" cxnId="{9C203EA1-2087-4A0E-8133-5CA0522262B1}">
      <dgm:prSet/>
      <dgm:spPr/>
      <dgm:t>
        <a:bodyPr/>
        <a:lstStyle/>
        <a:p>
          <a:endParaRPr lang="en-US"/>
        </a:p>
      </dgm:t>
    </dgm:pt>
    <dgm:pt modelId="{2D338D59-5B48-44A3-8B9B-295EC8D3C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economic trends </a:t>
          </a:r>
        </a:p>
      </dgm:t>
    </dgm:pt>
    <dgm:pt modelId="{C7F97A87-B844-4661-981E-27A2FBAE8CC9}" type="parTrans" cxnId="{B2F09E89-52A2-4BF8-BAA9-BA9B49A763D1}">
      <dgm:prSet/>
      <dgm:spPr/>
      <dgm:t>
        <a:bodyPr/>
        <a:lstStyle/>
        <a:p>
          <a:endParaRPr lang="en-US"/>
        </a:p>
      </dgm:t>
    </dgm:pt>
    <dgm:pt modelId="{FD637E32-81A0-4A27-9E0B-AA19FF46BBFB}" type="sibTrans" cxnId="{B2F09E89-52A2-4BF8-BAA9-BA9B49A763D1}">
      <dgm:prSet/>
      <dgm:spPr/>
      <dgm:t>
        <a:bodyPr/>
        <a:lstStyle/>
        <a:p>
          <a:endParaRPr lang="en-US"/>
        </a:p>
      </dgm:t>
    </dgm:pt>
    <dgm:pt modelId="{E4D8FA29-B7E9-4E71-AEDE-7AF3B87770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risks </a:t>
          </a:r>
        </a:p>
      </dgm:t>
    </dgm:pt>
    <dgm:pt modelId="{68605577-6122-4BB1-A1E9-B0ED894C5D5E}" type="parTrans" cxnId="{6D7FB585-8B2B-473E-B612-9F9D61593477}">
      <dgm:prSet/>
      <dgm:spPr/>
      <dgm:t>
        <a:bodyPr/>
        <a:lstStyle/>
        <a:p>
          <a:endParaRPr lang="en-US"/>
        </a:p>
      </dgm:t>
    </dgm:pt>
    <dgm:pt modelId="{F05F9188-DC8B-4330-9FC7-9637D70B9FF6}" type="sibTrans" cxnId="{6D7FB585-8B2B-473E-B612-9F9D61593477}">
      <dgm:prSet/>
      <dgm:spPr/>
      <dgm:t>
        <a:bodyPr/>
        <a:lstStyle/>
        <a:p>
          <a:endParaRPr lang="en-US"/>
        </a:p>
      </dgm:t>
    </dgm:pt>
    <dgm:pt modelId="{2D298979-01E4-4114-BBED-D180BB235EA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Individuals</a:t>
          </a:r>
          <a:endParaRPr lang="en-US"/>
        </a:p>
      </dgm:t>
    </dgm:pt>
    <dgm:pt modelId="{813A8CC2-4AA2-481D-BDCE-7D1B64712B86}" type="parTrans" cxnId="{DB5F953E-5085-4436-8AC2-4EAAC978FAE7}">
      <dgm:prSet/>
      <dgm:spPr/>
      <dgm:t>
        <a:bodyPr/>
        <a:lstStyle/>
        <a:p>
          <a:endParaRPr lang="en-US"/>
        </a:p>
      </dgm:t>
    </dgm:pt>
    <dgm:pt modelId="{3698DAED-73E6-49DE-85E1-A463C6D80D7F}" type="sibTrans" cxnId="{DB5F953E-5085-4436-8AC2-4EAAC978FAE7}">
      <dgm:prSet/>
      <dgm:spPr/>
      <dgm:t>
        <a:bodyPr/>
        <a:lstStyle/>
        <a:p>
          <a:endParaRPr lang="en-US"/>
        </a:p>
      </dgm:t>
    </dgm:pt>
    <dgm:pt modelId="{4022224D-FCD8-480D-B594-D941AF69D4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income and employment opportunities </a:t>
          </a:r>
        </a:p>
      </dgm:t>
    </dgm:pt>
    <dgm:pt modelId="{2794D9C1-293C-4A51-91F3-8CD9FBBEC305}" type="parTrans" cxnId="{1496AF3A-4B16-4B6E-B494-CA6F5C4D0C95}">
      <dgm:prSet/>
      <dgm:spPr/>
      <dgm:t>
        <a:bodyPr/>
        <a:lstStyle/>
        <a:p>
          <a:endParaRPr lang="en-US"/>
        </a:p>
      </dgm:t>
    </dgm:pt>
    <dgm:pt modelId="{C912D80F-4BE4-4300-A260-D899FF94836D}" type="sibTrans" cxnId="{1496AF3A-4B16-4B6E-B494-CA6F5C4D0C95}">
      <dgm:prSet/>
      <dgm:spPr/>
      <dgm:t>
        <a:bodyPr/>
        <a:lstStyle/>
        <a:p>
          <a:endParaRPr lang="en-US"/>
        </a:p>
      </dgm:t>
    </dgm:pt>
    <dgm:pt modelId="{13730292-DFD3-4B1C-909F-D2598700B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savings and investment decisions</a:t>
          </a:r>
        </a:p>
      </dgm:t>
    </dgm:pt>
    <dgm:pt modelId="{9F29A124-A713-4D4D-A2CD-6B668696EA1C}" type="parTrans" cxnId="{8B366E79-C1DE-41FC-8785-C3EF39DB7487}">
      <dgm:prSet/>
      <dgm:spPr/>
      <dgm:t>
        <a:bodyPr/>
        <a:lstStyle/>
        <a:p>
          <a:endParaRPr lang="en-US"/>
        </a:p>
      </dgm:t>
    </dgm:pt>
    <dgm:pt modelId="{3326D9DE-EBBB-49AA-B31E-1637A8155492}" type="sibTrans" cxnId="{8B366E79-C1DE-41FC-8785-C3EF39DB7487}">
      <dgm:prSet/>
      <dgm:spPr/>
      <dgm:t>
        <a:bodyPr/>
        <a:lstStyle/>
        <a:p>
          <a:endParaRPr lang="en-US"/>
        </a:p>
      </dgm:t>
    </dgm:pt>
    <dgm:pt modelId="{F5CCAB5D-56F1-4B07-A7C7-EEDC6AE5F4C9}" type="pres">
      <dgm:prSet presAssocID="{530BA539-A57C-4489-BF90-8F6D947072E4}" presName="root" presStyleCnt="0">
        <dgm:presLayoutVars>
          <dgm:dir/>
          <dgm:resizeHandles val="exact"/>
        </dgm:presLayoutVars>
      </dgm:prSet>
      <dgm:spPr/>
    </dgm:pt>
    <dgm:pt modelId="{6ADA1A03-FE9D-4C26-BE22-758B86F0EEA8}" type="pres">
      <dgm:prSet presAssocID="{4D89A1F7-FB14-4B78-9966-200A51995DA7}" presName="compNode" presStyleCnt="0"/>
      <dgm:spPr/>
    </dgm:pt>
    <dgm:pt modelId="{119A8C57-198F-40DB-96C9-34DC80499744}" type="pres">
      <dgm:prSet presAssocID="{4D89A1F7-FB14-4B78-9966-200A51995DA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508CF6A-56FB-442B-BDFD-6E85AF1A76EF}" type="pres">
      <dgm:prSet presAssocID="{4D89A1F7-FB14-4B78-9966-200A51995DA7}" presName="iconSpace" presStyleCnt="0"/>
      <dgm:spPr/>
    </dgm:pt>
    <dgm:pt modelId="{CD2CEEE2-771C-49BA-A798-42453929F3DB}" type="pres">
      <dgm:prSet presAssocID="{4D89A1F7-FB14-4B78-9966-200A51995DA7}" presName="parTx" presStyleLbl="revTx" presStyleIdx="0" presStyleCnt="6">
        <dgm:presLayoutVars>
          <dgm:chMax val="0"/>
          <dgm:chPref val="0"/>
        </dgm:presLayoutVars>
      </dgm:prSet>
      <dgm:spPr/>
    </dgm:pt>
    <dgm:pt modelId="{FE820FCB-17CC-4A51-99A3-C1E81170EA1E}" type="pres">
      <dgm:prSet presAssocID="{4D89A1F7-FB14-4B78-9966-200A51995DA7}" presName="txSpace" presStyleCnt="0"/>
      <dgm:spPr/>
    </dgm:pt>
    <dgm:pt modelId="{6A458675-CD5D-48DD-A00B-2B7E2547E1AE}" type="pres">
      <dgm:prSet presAssocID="{4D89A1F7-FB14-4B78-9966-200A51995DA7}" presName="desTx" presStyleLbl="revTx" presStyleIdx="1" presStyleCnt="6">
        <dgm:presLayoutVars/>
      </dgm:prSet>
      <dgm:spPr/>
    </dgm:pt>
    <dgm:pt modelId="{955ED988-AB50-428F-B242-0C46ED630C9C}" type="pres">
      <dgm:prSet presAssocID="{A2C5ABD6-6CE5-40FA-8C8F-71DAF7BE48F8}" presName="sibTrans" presStyleCnt="0"/>
      <dgm:spPr/>
    </dgm:pt>
    <dgm:pt modelId="{A07A43CD-D07D-4B1A-ACAE-08F5866FA033}" type="pres">
      <dgm:prSet presAssocID="{4C0D6F34-9678-4FB6-8A3C-0F814336455B}" presName="compNode" presStyleCnt="0"/>
      <dgm:spPr/>
    </dgm:pt>
    <dgm:pt modelId="{2D5AE040-3C18-49B1-976E-66687B82CF12}" type="pres">
      <dgm:prSet presAssocID="{4C0D6F34-9678-4FB6-8A3C-0F81433645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83BC1CA-E9D2-42DA-BF46-FAF06C9B6FB2}" type="pres">
      <dgm:prSet presAssocID="{4C0D6F34-9678-4FB6-8A3C-0F814336455B}" presName="iconSpace" presStyleCnt="0"/>
      <dgm:spPr/>
    </dgm:pt>
    <dgm:pt modelId="{ED5CE68A-7492-4170-A421-BD6A020A5DB8}" type="pres">
      <dgm:prSet presAssocID="{4C0D6F34-9678-4FB6-8A3C-0F814336455B}" presName="parTx" presStyleLbl="revTx" presStyleIdx="2" presStyleCnt="6">
        <dgm:presLayoutVars>
          <dgm:chMax val="0"/>
          <dgm:chPref val="0"/>
        </dgm:presLayoutVars>
      </dgm:prSet>
      <dgm:spPr/>
    </dgm:pt>
    <dgm:pt modelId="{4C47C829-7232-4C21-9611-68D32609144E}" type="pres">
      <dgm:prSet presAssocID="{4C0D6F34-9678-4FB6-8A3C-0F814336455B}" presName="txSpace" presStyleCnt="0"/>
      <dgm:spPr/>
    </dgm:pt>
    <dgm:pt modelId="{B9461BD3-16BA-45F4-9418-013442942A0E}" type="pres">
      <dgm:prSet presAssocID="{4C0D6F34-9678-4FB6-8A3C-0F814336455B}" presName="desTx" presStyleLbl="revTx" presStyleIdx="3" presStyleCnt="6">
        <dgm:presLayoutVars/>
      </dgm:prSet>
      <dgm:spPr/>
    </dgm:pt>
    <dgm:pt modelId="{780FF7E3-E988-4701-A39F-D18553825433}" type="pres">
      <dgm:prSet presAssocID="{BFE9D625-B1FA-43B3-A79E-65CA49C5A263}" presName="sibTrans" presStyleCnt="0"/>
      <dgm:spPr/>
    </dgm:pt>
    <dgm:pt modelId="{2E4D1628-3080-4C99-A4A0-758F182A2513}" type="pres">
      <dgm:prSet presAssocID="{2D298979-01E4-4114-BBED-D180BB235EAC}" presName="compNode" presStyleCnt="0"/>
      <dgm:spPr/>
    </dgm:pt>
    <dgm:pt modelId="{EDF221AB-D3EA-40BC-9725-2E24EB25E072}" type="pres">
      <dgm:prSet presAssocID="{2D298979-01E4-4114-BBED-D180BB235EA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9FEA6B16-50BA-4E39-96C9-0D1CF7204CC1}" type="pres">
      <dgm:prSet presAssocID="{2D298979-01E4-4114-BBED-D180BB235EAC}" presName="iconSpace" presStyleCnt="0"/>
      <dgm:spPr/>
    </dgm:pt>
    <dgm:pt modelId="{A485174F-487A-4BC9-ACC1-4D4FED7F11C8}" type="pres">
      <dgm:prSet presAssocID="{2D298979-01E4-4114-BBED-D180BB235EAC}" presName="parTx" presStyleLbl="revTx" presStyleIdx="4" presStyleCnt="6">
        <dgm:presLayoutVars>
          <dgm:chMax val="0"/>
          <dgm:chPref val="0"/>
        </dgm:presLayoutVars>
      </dgm:prSet>
      <dgm:spPr/>
    </dgm:pt>
    <dgm:pt modelId="{F3DBFED7-31D4-4965-A554-6C71E14A6E19}" type="pres">
      <dgm:prSet presAssocID="{2D298979-01E4-4114-BBED-D180BB235EAC}" presName="txSpace" presStyleCnt="0"/>
      <dgm:spPr/>
    </dgm:pt>
    <dgm:pt modelId="{EB9FC91B-81DC-44D5-B220-231BB0FA2147}" type="pres">
      <dgm:prSet presAssocID="{2D298979-01E4-4114-BBED-D180BB235EAC}" presName="desTx" presStyleLbl="revTx" presStyleIdx="5" presStyleCnt="6">
        <dgm:presLayoutVars/>
      </dgm:prSet>
      <dgm:spPr/>
    </dgm:pt>
  </dgm:ptLst>
  <dgm:cxnLst>
    <dgm:cxn modelId="{CEB57D19-EDF5-4660-9F05-15B2295E04EE}" type="presOf" srcId="{4C0D6F34-9678-4FB6-8A3C-0F814336455B}" destId="{ED5CE68A-7492-4170-A421-BD6A020A5DB8}" srcOrd="0" destOrd="0" presId="urn:microsoft.com/office/officeart/2018/2/layout/IconLabelDescriptionList"/>
    <dgm:cxn modelId="{21921A2E-5F9C-47E0-BDA9-C8772BAE0696}" type="presOf" srcId="{7C2E48C6-92AC-48CA-A004-D8C87B2E18F7}" destId="{6A458675-CD5D-48DD-A00B-2B7E2547E1AE}" srcOrd="0" destOrd="3" presId="urn:microsoft.com/office/officeart/2018/2/layout/IconLabelDescriptionList"/>
    <dgm:cxn modelId="{45AFC92F-A836-4410-9905-D07AC062AB9D}" type="presOf" srcId="{D3A8AFB4-98F7-4937-A4A4-BE4BE93C056F}" destId="{B9461BD3-16BA-45F4-9418-013442942A0E}" srcOrd="0" destOrd="1" presId="urn:microsoft.com/office/officeart/2018/2/layout/IconLabelDescriptionList"/>
    <dgm:cxn modelId="{E8810330-712A-477B-9124-4A84578BF2E2}" type="presOf" srcId="{65EC272C-6268-4A1C-830C-8EBBBD6F6C87}" destId="{6A458675-CD5D-48DD-A00B-2B7E2547E1AE}" srcOrd="0" destOrd="0" presId="urn:microsoft.com/office/officeart/2018/2/layout/IconLabelDescriptionList"/>
    <dgm:cxn modelId="{3397AE36-C63C-425F-9CE3-2E17F81BC55E}" type="presOf" srcId="{2D338D59-5B48-44A3-8B9B-295EC8D3C3F3}" destId="{B9461BD3-16BA-45F4-9418-013442942A0E}" srcOrd="0" destOrd="2" presId="urn:microsoft.com/office/officeart/2018/2/layout/IconLabelDescriptionList"/>
    <dgm:cxn modelId="{1496AF3A-4B16-4B6E-B494-CA6F5C4D0C95}" srcId="{2D298979-01E4-4114-BBED-D180BB235EAC}" destId="{4022224D-FCD8-480D-B594-D941AF69D428}" srcOrd="0" destOrd="0" parTransId="{2794D9C1-293C-4A51-91F3-8CD9FBBEC305}" sibTransId="{C912D80F-4BE4-4300-A260-D899FF94836D}"/>
    <dgm:cxn modelId="{92B7FF3A-2CA8-4B8F-9DAA-FADE0505BDAE}" type="presOf" srcId="{70C7C17D-1C76-4D49-B395-ADA9BAB40D5D}" destId="{6A458675-CD5D-48DD-A00B-2B7E2547E1AE}" srcOrd="0" destOrd="1" presId="urn:microsoft.com/office/officeart/2018/2/layout/IconLabelDescriptionList"/>
    <dgm:cxn modelId="{FB585F3E-3300-4117-958A-B10B65C611E9}" type="presOf" srcId="{13730292-DFD3-4B1C-909F-D2598700B880}" destId="{EB9FC91B-81DC-44D5-B220-231BB0FA2147}" srcOrd="0" destOrd="1" presId="urn:microsoft.com/office/officeart/2018/2/layout/IconLabelDescriptionList"/>
    <dgm:cxn modelId="{DB5F953E-5085-4436-8AC2-4EAAC978FAE7}" srcId="{530BA539-A57C-4489-BF90-8F6D947072E4}" destId="{2D298979-01E4-4114-BBED-D180BB235EAC}" srcOrd="2" destOrd="0" parTransId="{813A8CC2-4AA2-481D-BDCE-7D1B64712B86}" sibTransId="{3698DAED-73E6-49DE-85E1-A463C6D80D7F}"/>
    <dgm:cxn modelId="{25357E60-F505-4B67-AD74-F63D579A5D33}" type="presOf" srcId="{2D298979-01E4-4114-BBED-D180BB235EAC}" destId="{A485174F-487A-4BC9-ACC1-4D4FED7F11C8}" srcOrd="0" destOrd="0" presId="urn:microsoft.com/office/officeart/2018/2/layout/IconLabelDescriptionList"/>
    <dgm:cxn modelId="{6D8BB34B-A4BE-4A2B-8566-E2B0DD5717E7}" srcId="{530BA539-A57C-4489-BF90-8F6D947072E4}" destId="{4C0D6F34-9678-4FB6-8A3C-0F814336455B}" srcOrd="1" destOrd="0" parTransId="{BC3D1264-B3AB-4A67-B2C4-E8D8055F5CFC}" sibTransId="{BFE9D625-B1FA-43B3-A79E-65CA49C5A263}"/>
    <dgm:cxn modelId="{AF61984F-751E-4B3D-B096-3EB693B24562}" type="presOf" srcId="{1EE864A2-97A7-49C6-8537-AB5E14301074}" destId="{B9461BD3-16BA-45F4-9418-013442942A0E}" srcOrd="0" destOrd="0" presId="urn:microsoft.com/office/officeart/2018/2/layout/IconLabelDescriptionList"/>
    <dgm:cxn modelId="{7F4DA553-9E36-4A91-8A1F-2A6ABD9A23C2}" type="presOf" srcId="{4D89A1F7-FB14-4B78-9966-200A51995DA7}" destId="{CD2CEEE2-771C-49BA-A798-42453929F3DB}" srcOrd="0" destOrd="0" presId="urn:microsoft.com/office/officeart/2018/2/layout/IconLabelDescriptionList"/>
    <dgm:cxn modelId="{31896878-60AC-4DA8-8254-0C6D1029C8B1}" srcId="{4D89A1F7-FB14-4B78-9966-200A51995DA7}" destId="{65EC272C-6268-4A1C-830C-8EBBBD6F6C87}" srcOrd="0" destOrd="0" parTransId="{D5BA650C-AE3E-4D9F-890E-73C405140EE6}" sibTransId="{4E3C48D2-AFCC-4692-8B78-AD5B2626B8C1}"/>
    <dgm:cxn modelId="{8B366E79-C1DE-41FC-8785-C3EF39DB7487}" srcId="{2D298979-01E4-4114-BBED-D180BB235EAC}" destId="{13730292-DFD3-4B1C-909F-D2598700B880}" srcOrd="1" destOrd="0" parTransId="{9F29A124-A713-4D4D-A2CD-6B668696EA1C}" sibTransId="{3326D9DE-EBBB-49AA-B31E-1637A8155492}"/>
    <dgm:cxn modelId="{5EFD0D81-2F6D-41FC-8324-52307C2F3A78}" type="presOf" srcId="{E4D8FA29-B7E9-4E71-AEDE-7AF3B87770E6}" destId="{B9461BD3-16BA-45F4-9418-013442942A0E}" srcOrd="0" destOrd="3" presId="urn:microsoft.com/office/officeart/2018/2/layout/IconLabelDescriptionList"/>
    <dgm:cxn modelId="{26016683-9973-44B1-8C48-C74D5E7E9AF8}" type="presOf" srcId="{530BA539-A57C-4489-BF90-8F6D947072E4}" destId="{F5CCAB5D-56F1-4B07-A7C7-EEDC6AE5F4C9}" srcOrd="0" destOrd="0" presId="urn:microsoft.com/office/officeart/2018/2/layout/IconLabelDescriptionList"/>
    <dgm:cxn modelId="{6D7FB585-8B2B-473E-B612-9F9D61593477}" srcId="{4C0D6F34-9678-4FB6-8A3C-0F814336455B}" destId="{E4D8FA29-B7E9-4E71-AEDE-7AF3B87770E6}" srcOrd="3" destOrd="0" parTransId="{68605577-6122-4BB1-A1E9-B0ED894C5D5E}" sibTransId="{F05F9188-DC8B-4330-9FC7-9637D70B9FF6}"/>
    <dgm:cxn modelId="{B2F09E89-52A2-4BF8-BAA9-BA9B49A763D1}" srcId="{4C0D6F34-9678-4FB6-8A3C-0F814336455B}" destId="{2D338D59-5B48-44A3-8B9B-295EC8D3C3F3}" srcOrd="2" destOrd="0" parTransId="{C7F97A87-B844-4661-981E-27A2FBAE8CC9}" sibTransId="{FD637E32-81A0-4A27-9E0B-AA19FF46BBFB}"/>
    <dgm:cxn modelId="{93F2EB8F-D7CD-4BCD-83A6-4602389CF660}" srcId="{4D89A1F7-FB14-4B78-9966-200A51995DA7}" destId="{48B4CB7F-E44C-46E8-8F2C-1476C7F2400B}" srcOrd="2" destOrd="0" parTransId="{F7B717B6-A8E9-4A5B-9D21-C5AD80FD51A6}" sibTransId="{74683585-8527-413B-AD33-12AA923ED665}"/>
    <dgm:cxn modelId="{60DB5F9A-1FCC-4F9D-8BA6-513CF6D423E8}" srcId="{530BA539-A57C-4489-BF90-8F6D947072E4}" destId="{4D89A1F7-FB14-4B78-9966-200A51995DA7}" srcOrd="0" destOrd="0" parTransId="{A25FFFC5-E143-4790-AF21-5606169D1368}" sibTransId="{A2C5ABD6-6CE5-40FA-8C8F-71DAF7BE48F8}"/>
    <dgm:cxn modelId="{9C203EA1-2087-4A0E-8133-5CA0522262B1}" srcId="{4C0D6F34-9678-4FB6-8A3C-0F814336455B}" destId="{D3A8AFB4-98F7-4937-A4A4-BE4BE93C056F}" srcOrd="1" destOrd="0" parTransId="{85B47468-BCBC-4871-9BA5-1FE5D852E998}" sibTransId="{80B3B979-FA30-42FE-B48F-06FF6A9B5FEF}"/>
    <dgm:cxn modelId="{5C5585BC-EB65-4C0E-8405-0DBA8BE21385}" srcId="{4D89A1F7-FB14-4B78-9966-200A51995DA7}" destId="{7C2E48C6-92AC-48CA-A004-D8C87B2E18F7}" srcOrd="3" destOrd="0" parTransId="{9BA9950A-3389-4936-BBA6-C0801F192476}" sibTransId="{5ED6EC6E-FB90-4E51-A2CB-08F660D12837}"/>
    <dgm:cxn modelId="{76BB80BE-CCC2-4234-BDEB-A58551D8A6CD}" type="presOf" srcId="{48B4CB7F-E44C-46E8-8F2C-1476C7F2400B}" destId="{6A458675-CD5D-48DD-A00B-2B7E2547E1AE}" srcOrd="0" destOrd="2" presId="urn:microsoft.com/office/officeart/2018/2/layout/IconLabelDescriptionList"/>
    <dgm:cxn modelId="{76BD4CCF-4B1A-4B4F-A790-9E6CD895967A}" type="presOf" srcId="{4022224D-FCD8-480D-B594-D941AF69D428}" destId="{EB9FC91B-81DC-44D5-B220-231BB0FA2147}" srcOrd="0" destOrd="0" presId="urn:microsoft.com/office/officeart/2018/2/layout/IconLabelDescriptionList"/>
    <dgm:cxn modelId="{85828CE9-3E3B-4899-90D0-DD7EAC450B97}" srcId="{4D89A1F7-FB14-4B78-9966-200A51995DA7}" destId="{70C7C17D-1C76-4D49-B395-ADA9BAB40D5D}" srcOrd="1" destOrd="0" parTransId="{F6D9086B-F918-40E6-A2BF-30D850B04166}" sibTransId="{D4A5CCB0-D0F1-453C-AADA-95CD8FD7FE9C}"/>
    <dgm:cxn modelId="{DBC6ABF2-1390-40B7-8779-EC66D59979E3}" srcId="{4C0D6F34-9678-4FB6-8A3C-0F814336455B}" destId="{1EE864A2-97A7-49C6-8537-AB5E14301074}" srcOrd="0" destOrd="0" parTransId="{730196E1-1ABD-4C1E-B401-CD7B08340544}" sibTransId="{B85D0CB2-6C27-402C-BD8F-AABA206D2816}"/>
    <dgm:cxn modelId="{450B0BB8-75C5-4727-B4BE-F69D6CF9E91A}" type="presParOf" srcId="{F5CCAB5D-56F1-4B07-A7C7-EEDC6AE5F4C9}" destId="{6ADA1A03-FE9D-4C26-BE22-758B86F0EEA8}" srcOrd="0" destOrd="0" presId="urn:microsoft.com/office/officeart/2018/2/layout/IconLabelDescriptionList"/>
    <dgm:cxn modelId="{F8E8BE39-4771-41C6-8290-54356552D442}" type="presParOf" srcId="{6ADA1A03-FE9D-4C26-BE22-758B86F0EEA8}" destId="{119A8C57-198F-40DB-96C9-34DC80499744}" srcOrd="0" destOrd="0" presId="urn:microsoft.com/office/officeart/2018/2/layout/IconLabelDescriptionList"/>
    <dgm:cxn modelId="{184827AF-F040-4171-9280-C2B67FEFBAF7}" type="presParOf" srcId="{6ADA1A03-FE9D-4C26-BE22-758B86F0EEA8}" destId="{3508CF6A-56FB-442B-BDFD-6E85AF1A76EF}" srcOrd="1" destOrd="0" presId="urn:microsoft.com/office/officeart/2018/2/layout/IconLabelDescriptionList"/>
    <dgm:cxn modelId="{699A1D0A-7EE6-4BA3-AF0F-B2FD57D58E47}" type="presParOf" srcId="{6ADA1A03-FE9D-4C26-BE22-758B86F0EEA8}" destId="{CD2CEEE2-771C-49BA-A798-42453929F3DB}" srcOrd="2" destOrd="0" presId="urn:microsoft.com/office/officeart/2018/2/layout/IconLabelDescriptionList"/>
    <dgm:cxn modelId="{7C6904CA-40D6-49B5-BC7B-6CA8C2F95E10}" type="presParOf" srcId="{6ADA1A03-FE9D-4C26-BE22-758B86F0EEA8}" destId="{FE820FCB-17CC-4A51-99A3-C1E81170EA1E}" srcOrd="3" destOrd="0" presId="urn:microsoft.com/office/officeart/2018/2/layout/IconLabelDescriptionList"/>
    <dgm:cxn modelId="{BC89DCAD-AF4A-452F-AD69-F7D92B5B9733}" type="presParOf" srcId="{6ADA1A03-FE9D-4C26-BE22-758B86F0EEA8}" destId="{6A458675-CD5D-48DD-A00B-2B7E2547E1AE}" srcOrd="4" destOrd="0" presId="urn:microsoft.com/office/officeart/2018/2/layout/IconLabelDescriptionList"/>
    <dgm:cxn modelId="{AEA46FCF-78D4-41C9-83E5-8B172DEE1457}" type="presParOf" srcId="{F5CCAB5D-56F1-4B07-A7C7-EEDC6AE5F4C9}" destId="{955ED988-AB50-428F-B242-0C46ED630C9C}" srcOrd="1" destOrd="0" presId="urn:microsoft.com/office/officeart/2018/2/layout/IconLabelDescriptionList"/>
    <dgm:cxn modelId="{E060F7EF-1090-4DDA-BEF5-12FEE70CC42E}" type="presParOf" srcId="{F5CCAB5D-56F1-4B07-A7C7-EEDC6AE5F4C9}" destId="{A07A43CD-D07D-4B1A-ACAE-08F5866FA033}" srcOrd="2" destOrd="0" presId="urn:microsoft.com/office/officeart/2018/2/layout/IconLabelDescriptionList"/>
    <dgm:cxn modelId="{2972B5AE-BF71-44A8-A7E8-D6F913857D73}" type="presParOf" srcId="{A07A43CD-D07D-4B1A-ACAE-08F5866FA033}" destId="{2D5AE040-3C18-49B1-976E-66687B82CF12}" srcOrd="0" destOrd="0" presId="urn:microsoft.com/office/officeart/2018/2/layout/IconLabelDescriptionList"/>
    <dgm:cxn modelId="{B9EDCEEA-0ACD-4D00-A2B6-EAEAB7D613D3}" type="presParOf" srcId="{A07A43CD-D07D-4B1A-ACAE-08F5866FA033}" destId="{583BC1CA-E9D2-42DA-BF46-FAF06C9B6FB2}" srcOrd="1" destOrd="0" presId="urn:microsoft.com/office/officeart/2018/2/layout/IconLabelDescriptionList"/>
    <dgm:cxn modelId="{CD22572A-D7D9-42D5-9AC0-7D8048257F3E}" type="presParOf" srcId="{A07A43CD-D07D-4B1A-ACAE-08F5866FA033}" destId="{ED5CE68A-7492-4170-A421-BD6A020A5DB8}" srcOrd="2" destOrd="0" presId="urn:microsoft.com/office/officeart/2018/2/layout/IconLabelDescriptionList"/>
    <dgm:cxn modelId="{EE0277C3-EE21-4CEF-AE3E-B0F605EF8A81}" type="presParOf" srcId="{A07A43CD-D07D-4B1A-ACAE-08F5866FA033}" destId="{4C47C829-7232-4C21-9611-68D32609144E}" srcOrd="3" destOrd="0" presId="urn:microsoft.com/office/officeart/2018/2/layout/IconLabelDescriptionList"/>
    <dgm:cxn modelId="{10315949-D76C-43A8-93CA-213CEF939D9C}" type="presParOf" srcId="{A07A43CD-D07D-4B1A-ACAE-08F5866FA033}" destId="{B9461BD3-16BA-45F4-9418-013442942A0E}" srcOrd="4" destOrd="0" presId="urn:microsoft.com/office/officeart/2018/2/layout/IconLabelDescriptionList"/>
    <dgm:cxn modelId="{2EB8DB4C-7899-46F2-8C45-AAE61D4595A5}" type="presParOf" srcId="{F5CCAB5D-56F1-4B07-A7C7-EEDC6AE5F4C9}" destId="{780FF7E3-E988-4701-A39F-D18553825433}" srcOrd="3" destOrd="0" presId="urn:microsoft.com/office/officeart/2018/2/layout/IconLabelDescriptionList"/>
    <dgm:cxn modelId="{18D8F797-1344-4795-B18A-0A79157BDA51}" type="presParOf" srcId="{F5CCAB5D-56F1-4B07-A7C7-EEDC6AE5F4C9}" destId="{2E4D1628-3080-4C99-A4A0-758F182A2513}" srcOrd="4" destOrd="0" presId="urn:microsoft.com/office/officeart/2018/2/layout/IconLabelDescriptionList"/>
    <dgm:cxn modelId="{00AE5A29-5A86-4BFA-A533-244469D48260}" type="presParOf" srcId="{2E4D1628-3080-4C99-A4A0-758F182A2513}" destId="{EDF221AB-D3EA-40BC-9725-2E24EB25E072}" srcOrd="0" destOrd="0" presId="urn:microsoft.com/office/officeart/2018/2/layout/IconLabelDescriptionList"/>
    <dgm:cxn modelId="{7CC203EE-C39B-4B64-A5AD-7E6AA832C96D}" type="presParOf" srcId="{2E4D1628-3080-4C99-A4A0-758F182A2513}" destId="{9FEA6B16-50BA-4E39-96C9-0D1CF7204CC1}" srcOrd="1" destOrd="0" presId="urn:microsoft.com/office/officeart/2018/2/layout/IconLabelDescriptionList"/>
    <dgm:cxn modelId="{4E66667F-4AA7-44BC-9EA0-4A31E1E41A55}" type="presParOf" srcId="{2E4D1628-3080-4C99-A4A0-758F182A2513}" destId="{A485174F-487A-4BC9-ACC1-4D4FED7F11C8}" srcOrd="2" destOrd="0" presId="urn:microsoft.com/office/officeart/2018/2/layout/IconLabelDescriptionList"/>
    <dgm:cxn modelId="{124D2075-F693-4F40-B2C5-A70A4D9E8373}" type="presParOf" srcId="{2E4D1628-3080-4C99-A4A0-758F182A2513}" destId="{F3DBFED7-31D4-4965-A554-6C71E14A6E19}" srcOrd="3" destOrd="0" presId="urn:microsoft.com/office/officeart/2018/2/layout/IconLabelDescriptionList"/>
    <dgm:cxn modelId="{55353087-5541-4409-B107-CFEA4292B035}" type="presParOf" srcId="{2E4D1628-3080-4C99-A4A0-758F182A2513}" destId="{EB9FC91B-81DC-44D5-B220-231BB0FA214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ECE75-2E21-4F88-BE00-298210BBCC4F}" type="doc">
      <dgm:prSet loTypeId="urn:microsoft.com/office/officeart/2018/2/layout/IconLabelDescriptionList" loCatId="icon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BFDA321-572F-44E4-BDC6-CF8AA536E0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A. Economic Growth</a:t>
          </a:r>
          <a:endParaRPr lang="en-US"/>
        </a:p>
      </dgm:t>
    </dgm:pt>
    <dgm:pt modelId="{26DF148A-FB2C-46A8-8F01-4CC7F45C60E2}" type="parTrans" cxnId="{DB6FAC25-9AB1-4704-AE6A-46867ACE44CE}">
      <dgm:prSet/>
      <dgm:spPr/>
      <dgm:t>
        <a:bodyPr/>
        <a:lstStyle/>
        <a:p>
          <a:endParaRPr lang="en-US"/>
        </a:p>
      </dgm:t>
    </dgm:pt>
    <dgm:pt modelId="{FF691FD7-5BB4-4B8D-A11B-B0B692845E88}" type="sibTrans" cxnId="{DB6FAC25-9AB1-4704-AE6A-46867ACE44CE}">
      <dgm:prSet/>
      <dgm:spPr/>
      <dgm:t>
        <a:bodyPr/>
        <a:lstStyle/>
        <a:p>
          <a:endParaRPr lang="en-US"/>
        </a:p>
      </dgm:t>
    </dgm:pt>
    <dgm:pt modelId="{518E9D10-E390-45DE-AD71-DE7A35CCE2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 in production of goods and services over time.</a:t>
          </a:r>
        </a:p>
      </dgm:t>
    </dgm:pt>
    <dgm:pt modelId="{0461424B-C2A0-42CD-B869-EABFCE7D8451}" type="parTrans" cxnId="{A960D611-9451-415C-BB84-9501F5A64D1B}">
      <dgm:prSet/>
      <dgm:spPr/>
      <dgm:t>
        <a:bodyPr/>
        <a:lstStyle/>
        <a:p>
          <a:endParaRPr lang="en-US"/>
        </a:p>
      </dgm:t>
    </dgm:pt>
    <dgm:pt modelId="{6727C1DD-1149-4736-A0A9-8DEFFBC59234}" type="sibTrans" cxnId="{A960D611-9451-415C-BB84-9501F5A64D1B}">
      <dgm:prSet/>
      <dgm:spPr/>
      <dgm:t>
        <a:bodyPr/>
        <a:lstStyle/>
        <a:p>
          <a:endParaRPr lang="en-US"/>
        </a:p>
      </dgm:t>
    </dgm:pt>
    <dgm:pt modelId="{BF3D94A8-6234-4E52-A01C-B28EFE634C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Example</a:t>
          </a:r>
          <a:endParaRPr lang="en-US"/>
        </a:p>
      </dgm:t>
    </dgm:pt>
    <dgm:pt modelId="{EF8FCCA9-E005-42D6-B70E-39EF76FB2154}" type="parTrans" cxnId="{66C70829-1E08-4324-8084-DC65F86453A1}">
      <dgm:prSet/>
      <dgm:spPr/>
      <dgm:t>
        <a:bodyPr/>
        <a:lstStyle/>
        <a:p>
          <a:endParaRPr lang="en-US"/>
        </a:p>
      </dgm:t>
    </dgm:pt>
    <dgm:pt modelId="{8252E23D-552D-44B5-B3A9-63AFB554E346}" type="sibTrans" cxnId="{66C70829-1E08-4324-8084-DC65F86453A1}">
      <dgm:prSet/>
      <dgm:spPr/>
      <dgm:t>
        <a:bodyPr/>
        <a:lstStyle/>
        <a:p>
          <a:endParaRPr lang="en-US"/>
        </a:p>
      </dgm:t>
    </dgm:pt>
    <dgm:pt modelId="{4A4C1211-9985-4B30-9E1C-6C2199CAEEBB}">
      <dgm:prSet/>
      <dgm:spPr/>
      <dgm:t>
        <a:bodyPr/>
        <a:lstStyle/>
        <a:p>
          <a:r>
            <a:rPr lang="en-US"/>
            <a:t>Bangladesh's GDP rises from USD 450 billion to USD 500 billion.</a:t>
          </a:r>
          <a:br>
            <a:rPr lang="en-US"/>
          </a:br>
          <a:endParaRPr lang="en-US"/>
        </a:p>
      </dgm:t>
    </dgm:pt>
    <dgm:pt modelId="{D823075C-4427-4CD8-9E09-F54998B5A81E}" type="parTrans" cxnId="{96902142-D1E7-4229-B7F2-FA7A5F53BFAE}">
      <dgm:prSet/>
      <dgm:spPr/>
      <dgm:t>
        <a:bodyPr/>
        <a:lstStyle/>
        <a:p>
          <a:endParaRPr lang="en-US"/>
        </a:p>
      </dgm:t>
    </dgm:pt>
    <dgm:pt modelId="{081A80C6-00C7-4DC0-AAD6-0641DAF95715}" type="sibTrans" cxnId="{96902142-D1E7-4229-B7F2-FA7A5F53BFAE}">
      <dgm:prSet/>
      <dgm:spPr/>
      <dgm:t>
        <a:bodyPr/>
        <a:lstStyle/>
        <a:p>
          <a:endParaRPr lang="en-US"/>
        </a:p>
      </dgm:t>
    </dgm:pt>
    <dgm:pt modelId="{538F56F9-94C3-4190-981B-82F1AC6F6F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B.  Employment</a:t>
          </a:r>
          <a:endParaRPr lang="en-US" dirty="0"/>
        </a:p>
      </dgm:t>
    </dgm:pt>
    <dgm:pt modelId="{2DCB4D11-791E-4E8B-BD11-6699DA94E920}" type="parTrans" cxnId="{6FED13A7-86A0-463C-967E-463DDA5B6751}">
      <dgm:prSet/>
      <dgm:spPr/>
      <dgm:t>
        <a:bodyPr/>
        <a:lstStyle/>
        <a:p>
          <a:endParaRPr lang="en-US"/>
        </a:p>
      </dgm:t>
    </dgm:pt>
    <dgm:pt modelId="{27A12B73-0476-46A9-B165-4C168B8A2183}" type="sibTrans" cxnId="{6FED13A7-86A0-463C-967E-463DDA5B6751}">
      <dgm:prSet/>
      <dgm:spPr/>
      <dgm:t>
        <a:bodyPr/>
        <a:lstStyle/>
        <a:p>
          <a:endParaRPr lang="en-US"/>
        </a:p>
      </dgm:t>
    </dgm:pt>
    <dgm:pt modelId="{768BC41B-42E8-4F00-8AE9-778DEAF123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Ensuring everyone willing and able to work can find jobs.</a:t>
          </a:r>
        </a:p>
      </dgm:t>
    </dgm:pt>
    <dgm:pt modelId="{19E837CD-9564-422D-BA2E-474025D9BCA1}" type="parTrans" cxnId="{CCF58D61-B775-42DC-8384-411207052998}">
      <dgm:prSet/>
      <dgm:spPr/>
      <dgm:t>
        <a:bodyPr/>
        <a:lstStyle/>
        <a:p>
          <a:endParaRPr lang="en-US"/>
        </a:p>
      </dgm:t>
    </dgm:pt>
    <dgm:pt modelId="{3E6B9038-6902-4843-B142-5AD6E9B856FE}" type="sibTrans" cxnId="{CCF58D61-B775-42DC-8384-411207052998}">
      <dgm:prSet/>
      <dgm:spPr/>
      <dgm:t>
        <a:bodyPr/>
        <a:lstStyle/>
        <a:p>
          <a:endParaRPr lang="en-US"/>
        </a:p>
      </dgm:t>
    </dgm:pt>
    <dgm:pt modelId="{14DC45AD-E1AE-4D3C-9267-1AFF0529EC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C. Price Stability</a:t>
          </a:r>
          <a:endParaRPr lang="en-US"/>
        </a:p>
      </dgm:t>
    </dgm:pt>
    <dgm:pt modelId="{69C86D2F-607C-4992-8428-08814A0E4539}" type="parTrans" cxnId="{8164717B-6441-4F99-89FF-FBE3AA9A5CC6}">
      <dgm:prSet/>
      <dgm:spPr/>
      <dgm:t>
        <a:bodyPr/>
        <a:lstStyle/>
        <a:p>
          <a:endParaRPr lang="en-US"/>
        </a:p>
      </dgm:t>
    </dgm:pt>
    <dgm:pt modelId="{1CEDD7E6-1A44-4337-8D9C-BC55076AF7DD}" type="sibTrans" cxnId="{8164717B-6441-4F99-89FF-FBE3AA9A5CC6}">
      <dgm:prSet/>
      <dgm:spPr/>
      <dgm:t>
        <a:bodyPr/>
        <a:lstStyle/>
        <a:p>
          <a:endParaRPr lang="en-US"/>
        </a:p>
      </dgm:t>
    </dgm:pt>
    <dgm:pt modelId="{6AC932E4-58C0-4431-BAE3-66257ADF1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Maintaining low and stable inflation.</a:t>
          </a:r>
        </a:p>
      </dgm:t>
    </dgm:pt>
    <dgm:pt modelId="{B551A03B-3B60-4592-BC8D-F422D1F210F9}" type="parTrans" cxnId="{33338A43-71A8-42FD-9EBC-13BE775F4081}">
      <dgm:prSet/>
      <dgm:spPr/>
      <dgm:t>
        <a:bodyPr/>
        <a:lstStyle/>
        <a:p>
          <a:endParaRPr lang="en-US"/>
        </a:p>
      </dgm:t>
    </dgm:pt>
    <dgm:pt modelId="{8080CA36-4F9A-49E9-A596-5755FFA77226}" type="sibTrans" cxnId="{33338A43-71A8-42FD-9EBC-13BE775F4081}">
      <dgm:prSet/>
      <dgm:spPr/>
      <dgm:t>
        <a:bodyPr/>
        <a:lstStyle/>
        <a:p>
          <a:endParaRPr lang="en-US"/>
        </a:p>
      </dgm:t>
    </dgm:pt>
    <dgm:pt modelId="{B94449E9-5372-4B14-A100-C2C9B29F7E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D. External Stability</a:t>
          </a:r>
          <a:endParaRPr lang="en-US"/>
        </a:p>
      </dgm:t>
    </dgm:pt>
    <dgm:pt modelId="{F88E6110-0887-437E-80CF-0D69B599E199}" type="parTrans" cxnId="{24135ED0-8165-4FDB-9711-8B74A00CC261}">
      <dgm:prSet/>
      <dgm:spPr/>
      <dgm:t>
        <a:bodyPr/>
        <a:lstStyle/>
        <a:p>
          <a:endParaRPr lang="en-US"/>
        </a:p>
      </dgm:t>
    </dgm:pt>
    <dgm:pt modelId="{06927434-C7D0-4DDA-B386-AFEC6E851AAA}" type="sibTrans" cxnId="{24135ED0-8165-4FDB-9711-8B74A00CC261}">
      <dgm:prSet/>
      <dgm:spPr/>
      <dgm:t>
        <a:bodyPr/>
        <a:lstStyle/>
        <a:p>
          <a:endParaRPr lang="en-US"/>
        </a:p>
      </dgm:t>
    </dgm:pt>
    <dgm:pt modelId="{B25FC267-10C0-42A7-9FCC-DF58B0D36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Maintaining balanced international trade and stable exchange rates.</a:t>
          </a:r>
        </a:p>
      </dgm:t>
    </dgm:pt>
    <dgm:pt modelId="{9E3CBD25-CEE1-4B18-8170-123EEA545AC9}" type="parTrans" cxnId="{069A6A3F-4AA8-485D-90D3-99EBE3CF2FEE}">
      <dgm:prSet/>
      <dgm:spPr/>
      <dgm:t>
        <a:bodyPr/>
        <a:lstStyle/>
        <a:p>
          <a:endParaRPr lang="en-US"/>
        </a:p>
      </dgm:t>
    </dgm:pt>
    <dgm:pt modelId="{B0130000-7C06-465F-91F2-F3AF1E040AF0}" type="sibTrans" cxnId="{069A6A3F-4AA8-485D-90D3-99EBE3CF2FEE}">
      <dgm:prSet/>
      <dgm:spPr/>
      <dgm:t>
        <a:bodyPr/>
        <a:lstStyle/>
        <a:p>
          <a:endParaRPr lang="en-US"/>
        </a:p>
      </dgm:t>
    </dgm:pt>
    <dgm:pt modelId="{98FEC8EE-464D-4E45-BD5D-3E245FC23AD3}" type="pres">
      <dgm:prSet presAssocID="{716ECE75-2E21-4F88-BE00-298210BBCC4F}" presName="root" presStyleCnt="0">
        <dgm:presLayoutVars>
          <dgm:dir/>
          <dgm:resizeHandles val="exact"/>
        </dgm:presLayoutVars>
      </dgm:prSet>
      <dgm:spPr/>
    </dgm:pt>
    <dgm:pt modelId="{F4E19F64-DB55-4833-B24F-C23B3D7FFBA8}" type="pres">
      <dgm:prSet presAssocID="{EBFDA321-572F-44E4-BDC6-CF8AA536E0BB}" presName="compNode" presStyleCnt="0"/>
      <dgm:spPr/>
    </dgm:pt>
    <dgm:pt modelId="{0E36E026-F2B0-43D6-810F-32538557058A}" type="pres">
      <dgm:prSet presAssocID="{EBFDA321-572F-44E4-BDC6-CF8AA536E0B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11CC11A-D54C-4606-89E2-0772DCFBB193}" type="pres">
      <dgm:prSet presAssocID="{EBFDA321-572F-44E4-BDC6-CF8AA536E0BB}" presName="iconSpace" presStyleCnt="0"/>
      <dgm:spPr/>
    </dgm:pt>
    <dgm:pt modelId="{0BF6106B-C181-499B-8FBA-C743EB8C066F}" type="pres">
      <dgm:prSet presAssocID="{EBFDA321-572F-44E4-BDC6-CF8AA536E0BB}" presName="parTx" presStyleLbl="revTx" presStyleIdx="0" presStyleCnt="8">
        <dgm:presLayoutVars>
          <dgm:chMax val="0"/>
          <dgm:chPref val="0"/>
        </dgm:presLayoutVars>
      </dgm:prSet>
      <dgm:spPr/>
    </dgm:pt>
    <dgm:pt modelId="{A40C1500-8608-4FDE-A656-2947E1527FB7}" type="pres">
      <dgm:prSet presAssocID="{EBFDA321-572F-44E4-BDC6-CF8AA536E0BB}" presName="txSpace" presStyleCnt="0"/>
      <dgm:spPr/>
    </dgm:pt>
    <dgm:pt modelId="{E7A6E999-8313-4799-BAC8-E54D89EE1F57}" type="pres">
      <dgm:prSet presAssocID="{EBFDA321-572F-44E4-BDC6-CF8AA536E0BB}" presName="desTx" presStyleLbl="revTx" presStyleIdx="1" presStyleCnt="8">
        <dgm:presLayoutVars/>
      </dgm:prSet>
      <dgm:spPr/>
    </dgm:pt>
    <dgm:pt modelId="{979ECBAB-B392-48B0-852D-FE126C50F9F6}" type="pres">
      <dgm:prSet presAssocID="{FF691FD7-5BB4-4B8D-A11B-B0B692845E88}" presName="sibTrans" presStyleCnt="0"/>
      <dgm:spPr/>
    </dgm:pt>
    <dgm:pt modelId="{66B3FE13-EE25-43B1-8401-D79A1B2AE282}" type="pres">
      <dgm:prSet presAssocID="{538F56F9-94C3-4190-981B-82F1AC6F6FAF}" presName="compNode" presStyleCnt="0"/>
      <dgm:spPr/>
    </dgm:pt>
    <dgm:pt modelId="{366CC459-E140-453C-B1AB-BAEBA568B98F}" type="pres">
      <dgm:prSet presAssocID="{538F56F9-94C3-4190-981B-82F1AC6F6F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508554D-8955-4FE8-BDD3-F825560A584A}" type="pres">
      <dgm:prSet presAssocID="{538F56F9-94C3-4190-981B-82F1AC6F6FAF}" presName="iconSpace" presStyleCnt="0"/>
      <dgm:spPr/>
    </dgm:pt>
    <dgm:pt modelId="{7085C003-5F7E-453B-A3BC-E1E478C233E8}" type="pres">
      <dgm:prSet presAssocID="{538F56F9-94C3-4190-981B-82F1AC6F6FAF}" presName="parTx" presStyleLbl="revTx" presStyleIdx="2" presStyleCnt="8">
        <dgm:presLayoutVars>
          <dgm:chMax val="0"/>
          <dgm:chPref val="0"/>
        </dgm:presLayoutVars>
      </dgm:prSet>
      <dgm:spPr/>
    </dgm:pt>
    <dgm:pt modelId="{38B20AB2-330F-4453-9826-C4AFED448360}" type="pres">
      <dgm:prSet presAssocID="{538F56F9-94C3-4190-981B-82F1AC6F6FAF}" presName="txSpace" presStyleCnt="0"/>
      <dgm:spPr/>
    </dgm:pt>
    <dgm:pt modelId="{18331E44-40DA-4A3B-9677-8F1EB8515E04}" type="pres">
      <dgm:prSet presAssocID="{538F56F9-94C3-4190-981B-82F1AC6F6FAF}" presName="desTx" presStyleLbl="revTx" presStyleIdx="3" presStyleCnt="8">
        <dgm:presLayoutVars/>
      </dgm:prSet>
      <dgm:spPr/>
    </dgm:pt>
    <dgm:pt modelId="{43F4A626-7B81-45D5-AF46-78577715D87B}" type="pres">
      <dgm:prSet presAssocID="{27A12B73-0476-46A9-B165-4C168B8A2183}" presName="sibTrans" presStyleCnt="0"/>
      <dgm:spPr/>
    </dgm:pt>
    <dgm:pt modelId="{B05BCDC3-3EF2-4130-A15E-59888F24B9AE}" type="pres">
      <dgm:prSet presAssocID="{14DC45AD-E1AE-4D3C-9267-1AFF0529EC81}" presName="compNode" presStyleCnt="0"/>
      <dgm:spPr/>
    </dgm:pt>
    <dgm:pt modelId="{FDD1E01E-A982-4D18-9A42-7056C3AF9965}" type="pres">
      <dgm:prSet presAssocID="{14DC45AD-E1AE-4D3C-9267-1AFF0529EC8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04AEE42-32AF-473A-8D5E-70C92B08D7F5}" type="pres">
      <dgm:prSet presAssocID="{14DC45AD-E1AE-4D3C-9267-1AFF0529EC81}" presName="iconSpace" presStyleCnt="0"/>
      <dgm:spPr/>
    </dgm:pt>
    <dgm:pt modelId="{C3AE95F1-6BA8-485B-9575-5535275C809B}" type="pres">
      <dgm:prSet presAssocID="{14DC45AD-E1AE-4D3C-9267-1AFF0529EC81}" presName="parTx" presStyleLbl="revTx" presStyleIdx="4" presStyleCnt="8">
        <dgm:presLayoutVars>
          <dgm:chMax val="0"/>
          <dgm:chPref val="0"/>
        </dgm:presLayoutVars>
      </dgm:prSet>
      <dgm:spPr/>
    </dgm:pt>
    <dgm:pt modelId="{743D9461-222D-4671-8D64-746F46B20FAA}" type="pres">
      <dgm:prSet presAssocID="{14DC45AD-E1AE-4D3C-9267-1AFF0529EC81}" presName="txSpace" presStyleCnt="0"/>
      <dgm:spPr/>
    </dgm:pt>
    <dgm:pt modelId="{0DA080F6-A087-4E0A-9B67-0AF3EA36B9CB}" type="pres">
      <dgm:prSet presAssocID="{14DC45AD-E1AE-4D3C-9267-1AFF0529EC81}" presName="desTx" presStyleLbl="revTx" presStyleIdx="5" presStyleCnt="8">
        <dgm:presLayoutVars/>
      </dgm:prSet>
      <dgm:spPr/>
    </dgm:pt>
    <dgm:pt modelId="{3BF8FAEE-51E0-440C-8A39-1F8574F5912F}" type="pres">
      <dgm:prSet presAssocID="{1CEDD7E6-1A44-4337-8D9C-BC55076AF7DD}" presName="sibTrans" presStyleCnt="0"/>
      <dgm:spPr/>
    </dgm:pt>
    <dgm:pt modelId="{3D8F493B-3919-4B56-9E89-B0859E5EC04E}" type="pres">
      <dgm:prSet presAssocID="{B94449E9-5372-4B14-A100-C2C9B29F7E7A}" presName="compNode" presStyleCnt="0"/>
      <dgm:spPr/>
    </dgm:pt>
    <dgm:pt modelId="{0CCDB1EB-9004-444B-9580-37F3716C1C65}" type="pres">
      <dgm:prSet presAssocID="{B94449E9-5372-4B14-A100-C2C9B29F7E7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34A5340-D6A1-40F2-8B5A-444E69C7AB46}" type="pres">
      <dgm:prSet presAssocID="{B94449E9-5372-4B14-A100-C2C9B29F7E7A}" presName="iconSpace" presStyleCnt="0"/>
      <dgm:spPr/>
    </dgm:pt>
    <dgm:pt modelId="{A9756022-19BA-47D5-BF18-A0E2B5F2DF63}" type="pres">
      <dgm:prSet presAssocID="{B94449E9-5372-4B14-A100-C2C9B29F7E7A}" presName="parTx" presStyleLbl="revTx" presStyleIdx="6" presStyleCnt="8">
        <dgm:presLayoutVars>
          <dgm:chMax val="0"/>
          <dgm:chPref val="0"/>
        </dgm:presLayoutVars>
      </dgm:prSet>
      <dgm:spPr/>
    </dgm:pt>
    <dgm:pt modelId="{C715A52F-B77E-4662-BAEC-64761E4CBDBE}" type="pres">
      <dgm:prSet presAssocID="{B94449E9-5372-4B14-A100-C2C9B29F7E7A}" presName="txSpace" presStyleCnt="0"/>
      <dgm:spPr/>
    </dgm:pt>
    <dgm:pt modelId="{5C8E2E5A-3300-4764-B5CE-F43B9584A2D9}" type="pres">
      <dgm:prSet presAssocID="{B94449E9-5372-4B14-A100-C2C9B29F7E7A}" presName="desTx" presStyleLbl="revTx" presStyleIdx="7" presStyleCnt="8">
        <dgm:presLayoutVars/>
      </dgm:prSet>
      <dgm:spPr/>
    </dgm:pt>
  </dgm:ptLst>
  <dgm:cxnLst>
    <dgm:cxn modelId="{A960D611-9451-415C-BB84-9501F5A64D1B}" srcId="{EBFDA321-572F-44E4-BDC6-CF8AA536E0BB}" destId="{518E9D10-E390-45DE-AD71-DE7A35CCE2ED}" srcOrd="0" destOrd="0" parTransId="{0461424B-C2A0-42CD-B869-EABFCE7D8451}" sibTransId="{6727C1DD-1149-4736-A0A9-8DEFFBC59234}"/>
    <dgm:cxn modelId="{DB6FAC25-9AB1-4704-AE6A-46867ACE44CE}" srcId="{716ECE75-2E21-4F88-BE00-298210BBCC4F}" destId="{EBFDA321-572F-44E4-BDC6-CF8AA536E0BB}" srcOrd="0" destOrd="0" parTransId="{26DF148A-FB2C-46A8-8F01-4CC7F45C60E2}" sibTransId="{FF691FD7-5BB4-4B8D-A11B-B0B692845E88}"/>
    <dgm:cxn modelId="{66C70829-1E08-4324-8084-DC65F86453A1}" srcId="{EBFDA321-572F-44E4-BDC6-CF8AA536E0BB}" destId="{BF3D94A8-6234-4E52-A01C-B28EFE634C28}" srcOrd="1" destOrd="0" parTransId="{EF8FCCA9-E005-42D6-B70E-39EF76FB2154}" sibTransId="{8252E23D-552D-44B5-B3A9-63AFB554E346}"/>
    <dgm:cxn modelId="{C047882C-8021-4BCA-A110-1A343F4FD7E1}" type="presOf" srcId="{518E9D10-E390-45DE-AD71-DE7A35CCE2ED}" destId="{E7A6E999-8313-4799-BAC8-E54D89EE1F57}" srcOrd="0" destOrd="0" presId="urn:microsoft.com/office/officeart/2018/2/layout/IconLabelDescriptionList"/>
    <dgm:cxn modelId="{069A6A3F-4AA8-485D-90D3-99EBE3CF2FEE}" srcId="{B94449E9-5372-4B14-A100-C2C9B29F7E7A}" destId="{B25FC267-10C0-42A7-9FCC-DF58B0D36C21}" srcOrd="0" destOrd="0" parTransId="{9E3CBD25-CEE1-4B18-8170-123EEA545AC9}" sibTransId="{B0130000-7C06-465F-91F2-F3AF1E040AF0}"/>
    <dgm:cxn modelId="{CCF58D61-B775-42DC-8384-411207052998}" srcId="{538F56F9-94C3-4190-981B-82F1AC6F6FAF}" destId="{768BC41B-42E8-4F00-8AE9-778DEAF123F1}" srcOrd="0" destOrd="0" parTransId="{19E837CD-9564-422D-BA2E-474025D9BCA1}" sibTransId="{3E6B9038-6902-4843-B142-5AD6E9B856FE}"/>
    <dgm:cxn modelId="{E6B3FB41-3DB3-450C-8417-AF5F5AB44797}" type="presOf" srcId="{B25FC267-10C0-42A7-9FCC-DF58B0D36C21}" destId="{5C8E2E5A-3300-4764-B5CE-F43B9584A2D9}" srcOrd="0" destOrd="0" presId="urn:microsoft.com/office/officeart/2018/2/layout/IconLabelDescriptionList"/>
    <dgm:cxn modelId="{96902142-D1E7-4229-B7F2-FA7A5F53BFAE}" srcId="{BF3D94A8-6234-4E52-A01C-B28EFE634C28}" destId="{4A4C1211-9985-4B30-9E1C-6C2199CAEEBB}" srcOrd="0" destOrd="0" parTransId="{D823075C-4427-4CD8-9E09-F54998B5A81E}" sibTransId="{081A80C6-00C7-4DC0-AAD6-0641DAF95715}"/>
    <dgm:cxn modelId="{33338A43-71A8-42FD-9EBC-13BE775F4081}" srcId="{14DC45AD-E1AE-4D3C-9267-1AFF0529EC81}" destId="{6AC932E4-58C0-4431-BAE3-66257ADF1044}" srcOrd="0" destOrd="0" parTransId="{B551A03B-3B60-4592-BC8D-F422D1F210F9}" sibTransId="{8080CA36-4F9A-49E9-A596-5755FFA77226}"/>
    <dgm:cxn modelId="{47C27947-095D-4B1B-AE33-0A575AAA51FB}" type="presOf" srcId="{BF3D94A8-6234-4E52-A01C-B28EFE634C28}" destId="{E7A6E999-8313-4799-BAC8-E54D89EE1F57}" srcOrd="0" destOrd="1" presId="urn:microsoft.com/office/officeart/2018/2/layout/IconLabelDescriptionList"/>
    <dgm:cxn modelId="{96F22F6E-CB7A-45FD-8F39-430311DE643C}" type="presOf" srcId="{4A4C1211-9985-4B30-9E1C-6C2199CAEEBB}" destId="{E7A6E999-8313-4799-BAC8-E54D89EE1F57}" srcOrd="0" destOrd="2" presId="urn:microsoft.com/office/officeart/2018/2/layout/IconLabelDescriptionList"/>
    <dgm:cxn modelId="{8164717B-6441-4F99-89FF-FBE3AA9A5CC6}" srcId="{716ECE75-2E21-4F88-BE00-298210BBCC4F}" destId="{14DC45AD-E1AE-4D3C-9267-1AFF0529EC81}" srcOrd="2" destOrd="0" parTransId="{69C86D2F-607C-4992-8428-08814A0E4539}" sibTransId="{1CEDD7E6-1A44-4337-8D9C-BC55076AF7DD}"/>
    <dgm:cxn modelId="{72E6C08C-7CCB-49B6-9AB2-702A9F9562A2}" type="presOf" srcId="{B94449E9-5372-4B14-A100-C2C9B29F7E7A}" destId="{A9756022-19BA-47D5-BF18-A0E2B5F2DF63}" srcOrd="0" destOrd="0" presId="urn:microsoft.com/office/officeart/2018/2/layout/IconLabelDescriptionList"/>
    <dgm:cxn modelId="{5EBBDF98-8C7D-40A5-AE59-DEE8BB40E4C7}" type="presOf" srcId="{6AC932E4-58C0-4431-BAE3-66257ADF1044}" destId="{0DA080F6-A087-4E0A-9B67-0AF3EA36B9CB}" srcOrd="0" destOrd="0" presId="urn:microsoft.com/office/officeart/2018/2/layout/IconLabelDescriptionList"/>
    <dgm:cxn modelId="{6FED13A7-86A0-463C-967E-463DDA5B6751}" srcId="{716ECE75-2E21-4F88-BE00-298210BBCC4F}" destId="{538F56F9-94C3-4190-981B-82F1AC6F6FAF}" srcOrd="1" destOrd="0" parTransId="{2DCB4D11-791E-4E8B-BD11-6699DA94E920}" sibTransId="{27A12B73-0476-46A9-B165-4C168B8A2183}"/>
    <dgm:cxn modelId="{F4CCCCC2-B066-49B8-997A-2AF5A3DA4F56}" type="presOf" srcId="{14DC45AD-E1AE-4D3C-9267-1AFF0529EC81}" destId="{C3AE95F1-6BA8-485B-9575-5535275C809B}" srcOrd="0" destOrd="0" presId="urn:microsoft.com/office/officeart/2018/2/layout/IconLabelDescriptionList"/>
    <dgm:cxn modelId="{16A4F3C6-D985-4CD8-92B3-F59CFB897923}" type="presOf" srcId="{768BC41B-42E8-4F00-8AE9-778DEAF123F1}" destId="{18331E44-40DA-4A3B-9677-8F1EB8515E04}" srcOrd="0" destOrd="0" presId="urn:microsoft.com/office/officeart/2018/2/layout/IconLabelDescriptionList"/>
    <dgm:cxn modelId="{591724CE-89B6-4BCB-A5A5-C9CE7A39C530}" type="presOf" srcId="{EBFDA321-572F-44E4-BDC6-CF8AA536E0BB}" destId="{0BF6106B-C181-499B-8FBA-C743EB8C066F}" srcOrd="0" destOrd="0" presId="urn:microsoft.com/office/officeart/2018/2/layout/IconLabelDescriptionList"/>
    <dgm:cxn modelId="{24135ED0-8165-4FDB-9711-8B74A00CC261}" srcId="{716ECE75-2E21-4F88-BE00-298210BBCC4F}" destId="{B94449E9-5372-4B14-A100-C2C9B29F7E7A}" srcOrd="3" destOrd="0" parTransId="{F88E6110-0887-437E-80CF-0D69B599E199}" sibTransId="{06927434-C7D0-4DDA-B386-AFEC6E851AAA}"/>
    <dgm:cxn modelId="{068832D7-3AC7-42CA-9F86-53E7993A429D}" type="presOf" srcId="{538F56F9-94C3-4190-981B-82F1AC6F6FAF}" destId="{7085C003-5F7E-453B-A3BC-E1E478C233E8}" srcOrd="0" destOrd="0" presId="urn:microsoft.com/office/officeart/2018/2/layout/IconLabelDescriptionList"/>
    <dgm:cxn modelId="{5BA898E8-DC6A-42F2-A288-DFB8F184539C}" type="presOf" srcId="{716ECE75-2E21-4F88-BE00-298210BBCC4F}" destId="{98FEC8EE-464D-4E45-BD5D-3E245FC23AD3}" srcOrd="0" destOrd="0" presId="urn:microsoft.com/office/officeart/2018/2/layout/IconLabelDescriptionList"/>
    <dgm:cxn modelId="{31E27579-F8ED-440E-8F48-26680FE21729}" type="presParOf" srcId="{98FEC8EE-464D-4E45-BD5D-3E245FC23AD3}" destId="{F4E19F64-DB55-4833-B24F-C23B3D7FFBA8}" srcOrd="0" destOrd="0" presId="urn:microsoft.com/office/officeart/2018/2/layout/IconLabelDescriptionList"/>
    <dgm:cxn modelId="{EF130A79-52F0-4AA2-87C9-0339674EE30D}" type="presParOf" srcId="{F4E19F64-DB55-4833-B24F-C23B3D7FFBA8}" destId="{0E36E026-F2B0-43D6-810F-32538557058A}" srcOrd="0" destOrd="0" presId="urn:microsoft.com/office/officeart/2018/2/layout/IconLabelDescriptionList"/>
    <dgm:cxn modelId="{659E8688-ABAB-4554-ABAD-43AAA82A2988}" type="presParOf" srcId="{F4E19F64-DB55-4833-B24F-C23B3D7FFBA8}" destId="{611CC11A-D54C-4606-89E2-0772DCFBB193}" srcOrd="1" destOrd="0" presId="urn:microsoft.com/office/officeart/2018/2/layout/IconLabelDescriptionList"/>
    <dgm:cxn modelId="{C7BECEFE-56AC-48CD-9839-CB3D46F573FE}" type="presParOf" srcId="{F4E19F64-DB55-4833-B24F-C23B3D7FFBA8}" destId="{0BF6106B-C181-499B-8FBA-C743EB8C066F}" srcOrd="2" destOrd="0" presId="urn:microsoft.com/office/officeart/2018/2/layout/IconLabelDescriptionList"/>
    <dgm:cxn modelId="{A8D79074-14EF-42A4-9F41-8688FAA710BA}" type="presParOf" srcId="{F4E19F64-DB55-4833-B24F-C23B3D7FFBA8}" destId="{A40C1500-8608-4FDE-A656-2947E1527FB7}" srcOrd="3" destOrd="0" presId="urn:microsoft.com/office/officeart/2018/2/layout/IconLabelDescriptionList"/>
    <dgm:cxn modelId="{8F81A7D7-1F2A-4821-BCFA-B2673752F72F}" type="presParOf" srcId="{F4E19F64-DB55-4833-B24F-C23B3D7FFBA8}" destId="{E7A6E999-8313-4799-BAC8-E54D89EE1F57}" srcOrd="4" destOrd="0" presId="urn:microsoft.com/office/officeart/2018/2/layout/IconLabelDescriptionList"/>
    <dgm:cxn modelId="{AB0060E2-A21B-40CD-9381-FB1FDCC21028}" type="presParOf" srcId="{98FEC8EE-464D-4E45-BD5D-3E245FC23AD3}" destId="{979ECBAB-B392-48B0-852D-FE126C50F9F6}" srcOrd="1" destOrd="0" presId="urn:microsoft.com/office/officeart/2018/2/layout/IconLabelDescriptionList"/>
    <dgm:cxn modelId="{3DC2942A-B19E-465B-9D7A-537FF6849CDB}" type="presParOf" srcId="{98FEC8EE-464D-4E45-BD5D-3E245FC23AD3}" destId="{66B3FE13-EE25-43B1-8401-D79A1B2AE282}" srcOrd="2" destOrd="0" presId="urn:microsoft.com/office/officeart/2018/2/layout/IconLabelDescriptionList"/>
    <dgm:cxn modelId="{1271C41D-CBA5-4BA2-9426-CEE54F8F875D}" type="presParOf" srcId="{66B3FE13-EE25-43B1-8401-D79A1B2AE282}" destId="{366CC459-E140-453C-B1AB-BAEBA568B98F}" srcOrd="0" destOrd="0" presId="urn:microsoft.com/office/officeart/2018/2/layout/IconLabelDescriptionList"/>
    <dgm:cxn modelId="{5B4F42F5-FCD2-4B9C-AFF4-5DFEE13FB219}" type="presParOf" srcId="{66B3FE13-EE25-43B1-8401-D79A1B2AE282}" destId="{2508554D-8955-4FE8-BDD3-F825560A584A}" srcOrd="1" destOrd="0" presId="urn:microsoft.com/office/officeart/2018/2/layout/IconLabelDescriptionList"/>
    <dgm:cxn modelId="{9D2C39BD-CF8F-4BDF-9352-4EE2B7E26782}" type="presParOf" srcId="{66B3FE13-EE25-43B1-8401-D79A1B2AE282}" destId="{7085C003-5F7E-453B-A3BC-E1E478C233E8}" srcOrd="2" destOrd="0" presId="urn:microsoft.com/office/officeart/2018/2/layout/IconLabelDescriptionList"/>
    <dgm:cxn modelId="{C9BA1019-8312-47B7-8795-E4A8DAC3FEB3}" type="presParOf" srcId="{66B3FE13-EE25-43B1-8401-D79A1B2AE282}" destId="{38B20AB2-330F-4453-9826-C4AFED448360}" srcOrd="3" destOrd="0" presId="urn:microsoft.com/office/officeart/2018/2/layout/IconLabelDescriptionList"/>
    <dgm:cxn modelId="{2FFD8A8D-9A3C-452B-A251-346EDF853604}" type="presParOf" srcId="{66B3FE13-EE25-43B1-8401-D79A1B2AE282}" destId="{18331E44-40DA-4A3B-9677-8F1EB8515E04}" srcOrd="4" destOrd="0" presId="urn:microsoft.com/office/officeart/2018/2/layout/IconLabelDescriptionList"/>
    <dgm:cxn modelId="{27DE2CA4-2409-46D5-9321-62B5361C51EA}" type="presParOf" srcId="{98FEC8EE-464D-4E45-BD5D-3E245FC23AD3}" destId="{43F4A626-7B81-45D5-AF46-78577715D87B}" srcOrd="3" destOrd="0" presId="urn:microsoft.com/office/officeart/2018/2/layout/IconLabelDescriptionList"/>
    <dgm:cxn modelId="{9879C34D-0031-4B4E-8DE5-640249285693}" type="presParOf" srcId="{98FEC8EE-464D-4E45-BD5D-3E245FC23AD3}" destId="{B05BCDC3-3EF2-4130-A15E-59888F24B9AE}" srcOrd="4" destOrd="0" presId="urn:microsoft.com/office/officeart/2018/2/layout/IconLabelDescriptionList"/>
    <dgm:cxn modelId="{D4E73192-B9BB-4F9A-A778-AD8A1B2CF454}" type="presParOf" srcId="{B05BCDC3-3EF2-4130-A15E-59888F24B9AE}" destId="{FDD1E01E-A982-4D18-9A42-7056C3AF9965}" srcOrd="0" destOrd="0" presId="urn:microsoft.com/office/officeart/2018/2/layout/IconLabelDescriptionList"/>
    <dgm:cxn modelId="{FC9128B7-3B8D-4224-B44A-9292774E5343}" type="presParOf" srcId="{B05BCDC3-3EF2-4130-A15E-59888F24B9AE}" destId="{F04AEE42-32AF-473A-8D5E-70C92B08D7F5}" srcOrd="1" destOrd="0" presId="urn:microsoft.com/office/officeart/2018/2/layout/IconLabelDescriptionList"/>
    <dgm:cxn modelId="{572F802B-91B7-47B2-8054-7CD6D6534057}" type="presParOf" srcId="{B05BCDC3-3EF2-4130-A15E-59888F24B9AE}" destId="{C3AE95F1-6BA8-485B-9575-5535275C809B}" srcOrd="2" destOrd="0" presId="urn:microsoft.com/office/officeart/2018/2/layout/IconLabelDescriptionList"/>
    <dgm:cxn modelId="{20C8BD32-CEBE-4488-90DF-A4EF9189236D}" type="presParOf" srcId="{B05BCDC3-3EF2-4130-A15E-59888F24B9AE}" destId="{743D9461-222D-4671-8D64-746F46B20FAA}" srcOrd="3" destOrd="0" presId="urn:microsoft.com/office/officeart/2018/2/layout/IconLabelDescriptionList"/>
    <dgm:cxn modelId="{CD5630F4-E674-45C0-890E-10CAF4001FA5}" type="presParOf" srcId="{B05BCDC3-3EF2-4130-A15E-59888F24B9AE}" destId="{0DA080F6-A087-4E0A-9B67-0AF3EA36B9CB}" srcOrd="4" destOrd="0" presId="urn:microsoft.com/office/officeart/2018/2/layout/IconLabelDescriptionList"/>
    <dgm:cxn modelId="{C700C92F-A55C-42BC-9C1C-D92B3C49555F}" type="presParOf" srcId="{98FEC8EE-464D-4E45-BD5D-3E245FC23AD3}" destId="{3BF8FAEE-51E0-440C-8A39-1F8574F5912F}" srcOrd="5" destOrd="0" presId="urn:microsoft.com/office/officeart/2018/2/layout/IconLabelDescriptionList"/>
    <dgm:cxn modelId="{57B3FCD2-130A-4472-B1F1-319AFE644545}" type="presParOf" srcId="{98FEC8EE-464D-4E45-BD5D-3E245FC23AD3}" destId="{3D8F493B-3919-4B56-9E89-B0859E5EC04E}" srcOrd="6" destOrd="0" presId="urn:microsoft.com/office/officeart/2018/2/layout/IconLabelDescriptionList"/>
    <dgm:cxn modelId="{16835A68-35EC-4DE4-A46A-0E46B87DBBB7}" type="presParOf" srcId="{3D8F493B-3919-4B56-9E89-B0859E5EC04E}" destId="{0CCDB1EB-9004-444B-9580-37F3716C1C65}" srcOrd="0" destOrd="0" presId="urn:microsoft.com/office/officeart/2018/2/layout/IconLabelDescriptionList"/>
    <dgm:cxn modelId="{375AF32E-E77F-4A91-9B0A-BEAD2F49F008}" type="presParOf" srcId="{3D8F493B-3919-4B56-9E89-B0859E5EC04E}" destId="{C34A5340-D6A1-40F2-8B5A-444E69C7AB46}" srcOrd="1" destOrd="0" presId="urn:microsoft.com/office/officeart/2018/2/layout/IconLabelDescriptionList"/>
    <dgm:cxn modelId="{C92E4B07-E830-4138-B305-84ABEE589829}" type="presParOf" srcId="{3D8F493B-3919-4B56-9E89-B0859E5EC04E}" destId="{A9756022-19BA-47D5-BF18-A0E2B5F2DF63}" srcOrd="2" destOrd="0" presId="urn:microsoft.com/office/officeart/2018/2/layout/IconLabelDescriptionList"/>
    <dgm:cxn modelId="{78B501E8-165A-43D4-A507-8C522BEBAB35}" type="presParOf" srcId="{3D8F493B-3919-4B56-9E89-B0859E5EC04E}" destId="{C715A52F-B77E-4662-BAEC-64761E4CBDBE}" srcOrd="3" destOrd="0" presId="urn:microsoft.com/office/officeart/2018/2/layout/IconLabelDescriptionList"/>
    <dgm:cxn modelId="{DF5EB003-8F29-4154-9424-203D2B141015}" type="presParOf" srcId="{3D8F493B-3919-4B56-9E89-B0859E5EC04E}" destId="{5C8E2E5A-3300-4764-B5CE-F43B9584A2D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2473C1-A154-42AF-811A-C54F2875A73A}" type="doc">
      <dgm:prSet loTypeId="urn:microsoft.com/office/officeart/2005/8/layout/hChevron3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65898E-9AD2-4B64-94F4-3FDAAE4751BB}">
      <dgm:prSet/>
      <dgm:spPr/>
      <dgm:t>
        <a:bodyPr/>
        <a:lstStyle/>
        <a:p>
          <a:r>
            <a:rPr lang="en-US"/>
            <a:t>Businesses do not operate in isolation. Their performance depends on the broader economic environment.</a:t>
          </a:r>
        </a:p>
      </dgm:t>
    </dgm:pt>
    <dgm:pt modelId="{3EE2D16D-D2C5-4169-8B2F-1D1DC43760E4}" type="parTrans" cxnId="{55BE5B88-A9E7-4734-A35A-596DCE75EA3B}">
      <dgm:prSet/>
      <dgm:spPr/>
      <dgm:t>
        <a:bodyPr/>
        <a:lstStyle/>
        <a:p>
          <a:endParaRPr lang="en-US"/>
        </a:p>
      </dgm:t>
    </dgm:pt>
    <dgm:pt modelId="{CDA6688E-8ECE-4C2F-A3E5-9049BE4D7869}" type="sibTrans" cxnId="{55BE5B88-A9E7-4734-A35A-596DCE75EA3B}">
      <dgm:prSet/>
      <dgm:spPr/>
      <dgm:t>
        <a:bodyPr/>
        <a:lstStyle/>
        <a:p>
          <a:endParaRPr lang="en-US"/>
        </a:p>
      </dgm:t>
    </dgm:pt>
    <dgm:pt modelId="{9D217599-6FF8-444F-8CCE-81F92D6C22A7}">
      <dgm:prSet/>
      <dgm:spPr/>
      <dgm:t>
        <a:bodyPr/>
        <a:lstStyle/>
        <a:p>
          <a:r>
            <a:rPr lang="en-US" dirty="0"/>
            <a:t>Macroeconomic conditions affect</a:t>
          </a:r>
        </a:p>
      </dgm:t>
    </dgm:pt>
    <dgm:pt modelId="{CE708972-BC97-49F5-BCD5-27449E1EA6B3}" type="parTrans" cxnId="{9E503AA8-0168-49BE-A3D3-E9D746912000}">
      <dgm:prSet/>
      <dgm:spPr/>
      <dgm:t>
        <a:bodyPr/>
        <a:lstStyle/>
        <a:p>
          <a:endParaRPr lang="en-US"/>
        </a:p>
      </dgm:t>
    </dgm:pt>
    <dgm:pt modelId="{B526DEA3-A5BC-4441-8648-9CF6DA6ED739}" type="sibTrans" cxnId="{9E503AA8-0168-49BE-A3D3-E9D746912000}">
      <dgm:prSet/>
      <dgm:spPr/>
      <dgm:t>
        <a:bodyPr/>
        <a:lstStyle/>
        <a:p>
          <a:endParaRPr lang="en-US"/>
        </a:p>
      </dgm:t>
    </dgm:pt>
    <dgm:pt modelId="{DE5032B0-C045-4888-915C-AAEF91589A9A}">
      <dgm:prSet/>
      <dgm:spPr/>
      <dgm:t>
        <a:bodyPr/>
        <a:lstStyle/>
        <a:p>
          <a:r>
            <a:rPr lang="en-US"/>
            <a:t>Consumer purchasing power </a:t>
          </a:r>
        </a:p>
      </dgm:t>
    </dgm:pt>
    <dgm:pt modelId="{2172CE15-4BB2-4810-AC3D-37EC0133F389}" type="parTrans" cxnId="{310C9482-DEBB-4727-8DD3-F1F9C8EA7BF8}">
      <dgm:prSet/>
      <dgm:spPr/>
      <dgm:t>
        <a:bodyPr/>
        <a:lstStyle/>
        <a:p>
          <a:endParaRPr lang="en-US"/>
        </a:p>
      </dgm:t>
    </dgm:pt>
    <dgm:pt modelId="{A1CBC855-D7A4-4BF1-B0AE-7958F388DA8B}" type="sibTrans" cxnId="{310C9482-DEBB-4727-8DD3-F1F9C8EA7BF8}">
      <dgm:prSet/>
      <dgm:spPr/>
      <dgm:t>
        <a:bodyPr/>
        <a:lstStyle/>
        <a:p>
          <a:endParaRPr lang="en-US"/>
        </a:p>
      </dgm:t>
    </dgm:pt>
    <dgm:pt modelId="{1DF951D4-A07D-4EBD-AEA9-8A7557AB876E}">
      <dgm:prSet/>
      <dgm:spPr/>
      <dgm:t>
        <a:bodyPr/>
        <a:lstStyle/>
        <a:p>
          <a:r>
            <a:rPr lang="en-US"/>
            <a:t>Production costs </a:t>
          </a:r>
        </a:p>
      </dgm:t>
    </dgm:pt>
    <dgm:pt modelId="{F43D7FFC-E2EE-41F8-A067-8C8602B73518}" type="parTrans" cxnId="{F0C6F13A-3B2B-481E-9BF4-0BE54C517824}">
      <dgm:prSet/>
      <dgm:spPr/>
      <dgm:t>
        <a:bodyPr/>
        <a:lstStyle/>
        <a:p>
          <a:endParaRPr lang="en-US"/>
        </a:p>
      </dgm:t>
    </dgm:pt>
    <dgm:pt modelId="{E7BC9100-7E61-4EF6-8FAC-B413BF5A10FD}" type="sibTrans" cxnId="{F0C6F13A-3B2B-481E-9BF4-0BE54C517824}">
      <dgm:prSet/>
      <dgm:spPr/>
      <dgm:t>
        <a:bodyPr/>
        <a:lstStyle/>
        <a:p>
          <a:endParaRPr lang="en-US"/>
        </a:p>
      </dgm:t>
    </dgm:pt>
    <dgm:pt modelId="{7577E715-A8AC-4B67-80FD-7C142FBC041D}">
      <dgm:prSet/>
      <dgm:spPr/>
      <dgm:t>
        <a:bodyPr/>
        <a:lstStyle/>
        <a:p>
          <a:r>
            <a:rPr lang="en-US"/>
            <a:t>Demand for products and services </a:t>
          </a:r>
        </a:p>
      </dgm:t>
    </dgm:pt>
    <dgm:pt modelId="{9E9CF95E-D921-4206-866E-02F018A7F9C7}" type="parTrans" cxnId="{E31FFAC3-FC16-45BF-8DE6-26AEA77A2B01}">
      <dgm:prSet/>
      <dgm:spPr/>
      <dgm:t>
        <a:bodyPr/>
        <a:lstStyle/>
        <a:p>
          <a:endParaRPr lang="en-US"/>
        </a:p>
      </dgm:t>
    </dgm:pt>
    <dgm:pt modelId="{622300A0-41EA-4D53-9E57-FDD51B73C85E}" type="sibTrans" cxnId="{E31FFAC3-FC16-45BF-8DE6-26AEA77A2B01}">
      <dgm:prSet/>
      <dgm:spPr/>
      <dgm:t>
        <a:bodyPr/>
        <a:lstStyle/>
        <a:p>
          <a:endParaRPr lang="en-US"/>
        </a:p>
      </dgm:t>
    </dgm:pt>
    <dgm:pt modelId="{781DC2CF-637A-4E5F-9447-CED9B72FDF17}">
      <dgm:prSet/>
      <dgm:spPr/>
      <dgm:t>
        <a:bodyPr/>
        <a:lstStyle/>
        <a:p>
          <a:r>
            <a:rPr lang="en-US"/>
            <a:t>Access to financing </a:t>
          </a:r>
        </a:p>
      </dgm:t>
    </dgm:pt>
    <dgm:pt modelId="{3D29C605-4654-4553-BE4A-5C943E1F4FB3}" type="parTrans" cxnId="{62F8660E-6CCD-4C11-8C81-82DFAF1AFB3A}">
      <dgm:prSet/>
      <dgm:spPr/>
      <dgm:t>
        <a:bodyPr/>
        <a:lstStyle/>
        <a:p>
          <a:endParaRPr lang="en-US"/>
        </a:p>
      </dgm:t>
    </dgm:pt>
    <dgm:pt modelId="{FD307875-E8E9-4F6F-80B3-E4AA1F607F4C}" type="sibTrans" cxnId="{62F8660E-6CCD-4C11-8C81-82DFAF1AFB3A}">
      <dgm:prSet/>
      <dgm:spPr/>
      <dgm:t>
        <a:bodyPr/>
        <a:lstStyle/>
        <a:p>
          <a:endParaRPr lang="en-US"/>
        </a:p>
      </dgm:t>
    </dgm:pt>
    <dgm:pt modelId="{C817AD61-F81F-468E-A09A-7F50C334BF45}">
      <dgm:prSet/>
      <dgm:spPr/>
      <dgm:t>
        <a:bodyPr/>
        <a:lstStyle/>
        <a:p>
          <a:r>
            <a:rPr lang="en-US"/>
            <a:t>Investment opportunities </a:t>
          </a:r>
        </a:p>
      </dgm:t>
    </dgm:pt>
    <dgm:pt modelId="{B46FF2D9-CEF3-426F-A2C1-80F24D319DF8}" type="parTrans" cxnId="{E5D5E451-1141-4681-B5BC-E0964D2D42F6}">
      <dgm:prSet/>
      <dgm:spPr/>
      <dgm:t>
        <a:bodyPr/>
        <a:lstStyle/>
        <a:p>
          <a:endParaRPr lang="en-US"/>
        </a:p>
      </dgm:t>
    </dgm:pt>
    <dgm:pt modelId="{6645A105-B203-4251-B240-2E0F84B1D5AB}" type="sibTrans" cxnId="{E5D5E451-1141-4681-B5BC-E0964D2D42F6}">
      <dgm:prSet/>
      <dgm:spPr/>
      <dgm:t>
        <a:bodyPr/>
        <a:lstStyle/>
        <a:p>
          <a:endParaRPr lang="en-US"/>
        </a:p>
      </dgm:t>
    </dgm:pt>
    <dgm:pt modelId="{BEC354A9-79B2-4B93-840E-6103BEAB34E2}">
      <dgm:prSet/>
      <dgm:spPr/>
      <dgm:t>
        <a:bodyPr/>
        <a:lstStyle/>
        <a:p>
          <a:r>
            <a:rPr lang="en-US"/>
            <a:t>International competitiveness </a:t>
          </a:r>
        </a:p>
      </dgm:t>
    </dgm:pt>
    <dgm:pt modelId="{084743BE-513A-4D7C-A4AA-547CFA23DBB7}" type="parTrans" cxnId="{41C09D4A-020F-4470-8A63-C848346DC025}">
      <dgm:prSet/>
      <dgm:spPr/>
      <dgm:t>
        <a:bodyPr/>
        <a:lstStyle/>
        <a:p>
          <a:endParaRPr lang="en-US"/>
        </a:p>
      </dgm:t>
    </dgm:pt>
    <dgm:pt modelId="{BA062344-1070-4667-A8C6-927BDB160098}" type="sibTrans" cxnId="{41C09D4A-020F-4470-8A63-C848346DC025}">
      <dgm:prSet/>
      <dgm:spPr/>
      <dgm:t>
        <a:bodyPr/>
        <a:lstStyle/>
        <a:p>
          <a:endParaRPr lang="en-US"/>
        </a:p>
      </dgm:t>
    </dgm:pt>
    <dgm:pt modelId="{FF15AE12-6BE0-4644-9F7C-E3D58A0674A8}">
      <dgm:prSet/>
      <dgm:spPr/>
      <dgm:t>
        <a:bodyPr/>
        <a:lstStyle/>
        <a:p>
          <a:r>
            <a:rPr lang="en-US"/>
            <a:t>Understanding macroeconomic trends helps firms anticipate changes and make better decisions.</a:t>
          </a:r>
        </a:p>
      </dgm:t>
    </dgm:pt>
    <dgm:pt modelId="{1064C97B-90B3-49B4-AD4F-6C42B2F446F0}" type="parTrans" cxnId="{17C4FECE-4FF0-4283-88E2-5824DDFA8019}">
      <dgm:prSet/>
      <dgm:spPr/>
      <dgm:t>
        <a:bodyPr/>
        <a:lstStyle/>
        <a:p>
          <a:endParaRPr lang="en-US"/>
        </a:p>
      </dgm:t>
    </dgm:pt>
    <dgm:pt modelId="{741DE654-39EA-466F-9392-F0333B78797F}" type="sibTrans" cxnId="{17C4FECE-4FF0-4283-88E2-5824DDFA8019}">
      <dgm:prSet/>
      <dgm:spPr/>
      <dgm:t>
        <a:bodyPr/>
        <a:lstStyle/>
        <a:p>
          <a:endParaRPr lang="en-US"/>
        </a:p>
      </dgm:t>
    </dgm:pt>
    <dgm:pt modelId="{D0C603A8-1CBF-4664-88DE-59246AA0711C}" type="pres">
      <dgm:prSet presAssocID="{852473C1-A154-42AF-811A-C54F2875A73A}" presName="Name0" presStyleCnt="0">
        <dgm:presLayoutVars>
          <dgm:dir/>
          <dgm:resizeHandles val="exact"/>
        </dgm:presLayoutVars>
      </dgm:prSet>
      <dgm:spPr/>
    </dgm:pt>
    <dgm:pt modelId="{F7FC1C2B-77D9-46AA-BEAB-6D8190A107CF}" type="pres">
      <dgm:prSet presAssocID="{DB65898E-9AD2-4B64-94F4-3FDAAE4751BB}" presName="parAndChTx" presStyleLbl="node1" presStyleIdx="0" presStyleCnt="3">
        <dgm:presLayoutVars>
          <dgm:bulletEnabled val="1"/>
        </dgm:presLayoutVars>
      </dgm:prSet>
      <dgm:spPr/>
    </dgm:pt>
    <dgm:pt modelId="{FF077C01-1A99-4D92-BB52-D2BC64CBAA36}" type="pres">
      <dgm:prSet presAssocID="{CDA6688E-8ECE-4C2F-A3E5-9049BE4D7869}" presName="parAndChSpace" presStyleCnt="0"/>
      <dgm:spPr/>
    </dgm:pt>
    <dgm:pt modelId="{17C754AB-32BA-4BC7-80AB-74818CEBC6E6}" type="pres">
      <dgm:prSet presAssocID="{9D217599-6FF8-444F-8CCE-81F92D6C22A7}" presName="parAndChTx" presStyleLbl="node1" presStyleIdx="1" presStyleCnt="3">
        <dgm:presLayoutVars>
          <dgm:bulletEnabled val="1"/>
        </dgm:presLayoutVars>
      </dgm:prSet>
      <dgm:spPr/>
    </dgm:pt>
    <dgm:pt modelId="{60607A43-ED0F-4106-B3F4-EBC09CBD5AE1}" type="pres">
      <dgm:prSet presAssocID="{B526DEA3-A5BC-4441-8648-9CF6DA6ED739}" presName="parAndChSpace" presStyleCnt="0"/>
      <dgm:spPr/>
    </dgm:pt>
    <dgm:pt modelId="{43A45428-6F58-494C-B59C-6055BCF66E31}" type="pres">
      <dgm:prSet presAssocID="{FF15AE12-6BE0-4644-9F7C-E3D58A0674A8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62F8660E-6CCD-4C11-8C81-82DFAF1AFB3A}" srcId="{9D217599-6FF8-444F-8CCE-81F92D6C22A7}" destId="{781DC2CF-637A-4E5F-9447-CED9B72FDF17}" srcOrd="3" destOrd="0" parTransId="{3D29C605-4654-4553-BE4A-5C943E1F4FB3}" sibTransId="{FD307875-E8E9-4F6F-80B3-E4AA1F607F4C}"/>
    <dgm:cxn modelId="{9AB4AE13-2D28-4014-AB37-3BF4B00C1345}" type="presOf" srcId="{C817AD61-F81F-468E-A09A-7F50C334BF45}" destId="{17C754AB-32BA-4BC7-80AB-74818CEBC6E6}" srcOrd="0" destOrd="5" presId="urn:microsoft.com/office/officeart/2005/8/layout/hChevron3"/>
    <dgm:cxn modelId="{F0C6F13A-3B2B-481E-9BF4-0BE54C517824}" srcId="{9D217599-6FF8-444F-8CCE-81F92D6C22A7}" destId="{1DF951D4-A07D-4EBD-AEA9-8A7557AB876E}" srcOrd="1" destOrd="0" parTransId="{F43D7FFC-E2EE-41F8-A067-8C8602B73518}" sibTransId="{E7BC9100-7E61-4EF6-8FAC-B413BF5A10FD}"/>
    <dgm:cxn modelId="{41C09D4A-020F-4470-8A63-C848346DC025}" srcId="{9D217599-6FF8-444F-8CCE-81F92D6C22A7}" destId="{BEC354A9-79B2-4B93-840E-6103BEAB34E2}" srcOrd="5" destOrd="0" parTransId="{084743BE-513A-4D7C-A4AA-547CFA23DBB7}" sibTransId="{BA062344-1070-4667-A8C6-927BDB160098}"/>
    <dgm:cxn modelId="{DBA90D4C-9BC5-427F-B1F6-9D9A50F11605}" type="presOf" srcId="{9D217599-6FF8-444F-8CCE-81F92D6C22A7}" destId="{17C754AB-32BA-4BC7-80AB-74818CEBC6E6}" srcOrd="0" destOrd="0" presId="urn:microsoft.com/office/officeart/2005/8/layout/hChevron3"/>
    <dgm:cxn modelId="{E5D5E451-1141-4681-B5BC-E0964D2D42F6}" srcId="{9D217599-6FF8-444F-8CCE-81F92D6C22A7}" destId="{C817AD61-F81F-468E-A09A-7F50C334BF45}" srcOrd="4" destOrd="0" parTransId="{B46FF2D9-CEF3-426F-A2C1-80F24D319DF8}" sibTransId="{6645A105-B203-4251-B240-2E0F84B1D5AB}"/>
    <dgm:cxn modelId="{692F9558-E8E8-4993-A8B4-0DD5A919AA3C}" type="presOf" srcId="{1DF951D4-A07D-4EBD-AEA9-8A7557AB876E}" destId="{17C754AB-32BA-4BC7-80AB-74818CEBC6E6}" srcOrd="0" destOrd="2" presId="urn:microsoft.com/office/officeart/2005/8/layout/hChevron3"/>
    <dgm:cxn modelId="{58FDCA5A-8496-40D0-B148-041C188B1A94}" type="presOf" srcId="{BEC354A9-79B2-4B93-840E-6103BEAB34E2}" destId="{17C754AB-32BA-4BC7-80AB-74818CEBC6E6}" srcOrd="0" destOrd="6" presId="urn:microsoft.com/office/officeart/2005/8/layout/hChevron3"/>
    <dgm:cxn modelId="{310C9482-DEBB-4727-8DD3-F1F9C8EA7BF8}" srcId="{9D217599-6FF8-444F-8CCE-81F92D6C22A7}" destId="{DE5032B0-C045-4888-915C-AAEF91589A9A}" srcOrd="0" destOrd="0" parTransId="{2172CE15-4BB2-4810-AC3D-37EC0133F389}" sibTransId="{A1CBC855-D7A4-4BF1-B0AE-7958F388DA8B}"/>
    <dgm:cxn modelId="{55BE5B88-A9E7-4734-A35A-596DCE75EA3B}" srcId="{852473C1-A154-42AF-811A-C54F2875A73A}" destId="{DB65898E-9AD2-4B64-94F4-3FDAAE4751BB}" srcOrd="0" destOrd="0" parTransId="{3EE2D16D-D2C5-4169-8B2F-1D1DC43760E4}" sibTransId="{CDA6688E-8ECE-4C2F-A3E5-9049BE4D7869}"/>
    <dgm:cxn modelId="{FA0DC69B-0BC3-4596-8098-A9B729326680}" type="presOf" srcId="{DE5032B0-C045-4888-915C-AAEF91589A9A}" destId="{17C754AB-32BA-4BC7-80AB-74818CEBC6E6}" srcOrd="0" destOrd="1" presId="urn:microsoft.com/office/officeart/2005/8/layout/hChevron3"/>
    <dgm:cxn modelId="{75EED89E-CDE9-4CB9-92E3-38D8624A37DE}" type="presOf" srcId="{7577E715-A8AC-4B67-80FD-7C142FBC041D}" destId="{17C754AB-32BA-4BC7-80AB-74818CEBC6E6}" srcOrd="0" destOrd="3" presId="urn:microsoft.com/office/officeart/2005/8/layout/hChevron3"/>
    <dgm:cxn modelId="{9E503AA8-0168-49BE-A3D3-E9D746912000}" srcId="{852473C1-A154-42AF-811A-C54F2875A73A}" destId="{9D217599-6FF8-444F-8CCE-81F92D6C22A7}" srcOrd="1" destOrd="0" parTransId="{CE708972-BC97-49F5-BCD5-27449E1EA6B3}" sibTransId="{B526DEA3-A5BC-4441-8648-9CF6DA6ED739}"/>
    <dgm:cxn modelId="{164D40AD-F96E-4FF9-A5D2-6288DD763BAB}" type="presOf" srcId="{DB65898E-9AD2-4B64-94F4-3FDAAE4751BB}" destId="{F7FC1C2B-77D9-46AA-BEAB-6D8190A107CF}" srcOrd="0" destOrd="0" presId="urn:microsoft.com/office/officeart/2005/8/layout/hChevron3"/>
    <dgm:cxn modelId="{2E2276BA-4B08-4175-A928-FE246AD13539}" type="presOf" srcId="{FF15AE12-6BE0-4644-9F7C-E3D58A0674A8}" destId="{43A45428-6F58-494C-B59C-6055BCF66E31}" srcOrd="0" destOrd="0" presId="urn:microsoft.com/office/officeart/2005/8/layout/hChevron3"/>
    <dgm:cxn modelId="{E31FFAC3-FC16-45BF-8DE6-26AEA77A2B01}" srcId="{9D217599-6FF8-444F-8CCE-81F92D6C22A7}" destId="{7577E715-A8AC-4B67-80FD-7C142FBC041D}" srcOrd="2" destOrd="0" parTransId="{9E9CF95E-D921-4206-866E-02F018A7F9C7}" sibTransId="{622300A0-41EA-4D53-9E57-FDD51B73C85E}"/>
    <dgm:cxn modelId="{17C4FECE-4FF0-4283-88E2-5824DDFA8019}" srcId="{852473C1-A154-42AF-811A-C54F2875A73A}" destId="{FF15AE12-6BE0-4644-9F7C-E3D58A0674A8}" srcOrd="2" destOrd="0" parTransId="{1064C97B-90B3-49B4-AD4F-6C42B2F446F0}" sibTransId="{741DE654-39EA-466F-9392-F0333B78797F}"/>
    <dgm:cxn modelId="{B774C7D9-706A-424F-B941-A6FC47891FBE}" type="presOf" srcId="{781DC2CF-637A-4E5F-9447-CED9B72FDF17}" destId="{17C754AB-32BA-4BC7-80AB-74818CEBC6E6}" srcOrd="0" destOrd="4" presId="urn:microsoft.com/office/officeart/2005/8/layout/hChevron3"/>
    <dgm:cxn modelId="{A15FB4E8-8AC3-402B-A495-E621DAE71C26}" type="presOf" srcId="{852473C1-A154-42AF-811A-C54F2875A73A}" destId="{D0C603A8-1CBF-4664-88DE-59246AA0711C}" srcOrd="0" destOrd="0" presId="urn:microsoft.com/office/officeart/2005/8/layout/hChevron3"/>
    <dgm:cxn modelId="{FEA40D8E-AD0F-48CE-BCD9-212FDDF045D6}" type="presParOf" srcId="{D0C603A8-1CBF-4664-88DE-59246AA0711C}" destId="{F7FC1C2B-77D9-46AA-BEAB-6D8190A107CF}" srcOrd="0" destOrd="0" presId="urn:microsoft.com/office/officeart/2005/8/layout/hChevron3"/>
    <dgm:cxn modelId="{C1BFD364-65FD-49C4-AE33-C9D585A73B2E}" type="presParOf" srcId="{D0C603A8-1CBF-4664-88DE-59246AA0711C}" destId="{FF077C01-1A99-4D92-BB52-D2BC64CBAA36}" srcOrd="1" destOrd="0" presId="urn:microsoft.com/office/officeart/2005/8/layout/hChevron3"/>
    <dgm:cxn modelId="{D68E924E-4348-4ACA-BEE2-9694255F6CAF}" type="presParOf" srcId="{D0C603A8-1CBF-4664-88DE-59246AA0711C}" destId="{17C754AB-32BA-4BC7-80AB-74818CEBC6E6}" srcOrd="2" destOrd="0" presId="urn:microsoft.com/office/officeart/2005/8/layout/hChevron3"/>
    <dgm:cxn modelId="{40907340-C073-41FC-88B9-91DDD9E9AE8C}" type="presParOf" srcId="{D0C603A8-1CBF-4664-88DE-59246AA0711C}" destId="{60607A43-ED0F-4106-B3F4-EBC09CBD5AE1}" srcOrd="3" destOrd="0" presId="urn:microsoft.com/office/officeart/2005/8/layout/hChevron3"/>
    <dgm:cxn modelId="{74560691-E606-49C3-9C73-15CC0528B074}" type="presParOf" srcId="{D0C603A8-1CBF-4664-88DE-59246AA0711C}" destId="{43A45428-6F58-494C-B59C-6055BCF66E3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7586EF-4425-47AE-A15B-2253A9CAFB4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3FBB600-F286-44A5-B45F-52E195580C71}">
      <dgm:prSet/>
      <dgm:spPr/>
      <dgm:t>
        <a:bodyPr/>
        <a:lstStyle/>
        <a:p>
          <a:pPr>
            <a:defRPr cap="all"/>
          </a:pPr>
          <a:r>
            <a:rPr lang="en-US"/>
            <a:t>More production </a:t>
          </a:r>
        </a:p>
      </dgm:t>
    </dgm:pt>
    <dgm:pt modelId="{EE9E7CE0-98FB-4F8A-A152-A5D901968005}" type="parTrans" cxnId="{972B7A7C-577C-4E10-8D48-251AF05B384C}">
      <dgm:prSet/>
      <dgm:spPr/>
      <dgm:t>
        <a:bodyPr/>
        <a:lstStyle/>
        <a:p>
          <a:endParaRPr lang="en-US"/>
        </a:p>
      </dgm:t>
    </dgm:pt>
    <dgm:pt modelId="{13CBD9F1-837D-44B4-BF90-66FFB9EC6979}" type="sibTrans" cxnId="{972B7A7C-577C-4E10-8D48-251AF05B384C}">
      <dgm:prSet/>
      <dgm:spPr/>
      <dgm:t>
        <a:bodyPr/>
        <a:lstStyle/>
        <a:p>
          <a:endParaRPr lang="en-US"/>
        </a:p>
      </dgm:t>
    </dgm:pt>
    <dgm:pt modelId="{3B1C01AF-507D-4F8C-88CE-56D526C6BB72}">
      <dgm:prSet/>
      <dgm:spPr/>
      <dgm:t>
        <a:bodyPr/>
        <a:lstStyle/>
        <a:p>
          <a:pPr>
            <a:defRPr cap="all"/>
          </a:pPr>
          <a:r>
            <a:rPr lang="en-US"/>
            <a:t>Higher income </a:t>
          </a:r>
        </a:p>
      </dgm:t>
    </dgm:pt>
    <dgm:pt modelId="{0729FB60-F982-4E7D-8924-D12EB6E8AD49}" type="parTrans" cxnId="{EE51CE2A-0619-4BB3-A24F-1477A160750F}">
      <dgm:prSet/>
      <dgm:spPr/>
      <dgm:t>
        <a:bodyPr/>
        <a:lstStyle/>
        <a:p>
          <a:endParaRPr lang="en-US"/>
        </a:p>
      </dgm:t>
    </dgm:pt>
    <dgm:pt modelId="{1D529343-AF95-494E-8AD3-E5FAF86DEB6C}" type="sibTrans" cxnId="{EE51CE2A-0619-4BB3-A24F-1477A160750F}">
      <dgm:prSet/>
      <dgm:spPr/>
      <dgm:t>
        <a:bodyPr/>
        <a:lstStyle/>
        <a:p>
          <a:endParaRPr lang="en-US"/>
        </a:p>
      </dgm:t>
    </dgm:pt>
    <dgm:pt modelId="{EA0DBC49-F54F-4852-A354-DD7C29E0CF96}">
      <dgm:prSet/>
      <dgm:spPr/>
      <dgm:t>
        <a:bodyPr/>
        <a:lstStyle/>
        <a:p>
          <a:pPr>
            <a:defRPr cap="all"/>
          </a:pPr>
          <a:r>
            <a:rPr lang="en-US"/>
            <a:t>More employment </a:t>
          </a:r>
        </a:p>
      </dgm:t>
    </dgm:pt>
    <dgm:pt modelId="{5CFA4553-62DF-4B9B-B79C-263352580714}" type="parTrans" cxnId="{FDA47F42-5A0D-4F77-A72E-27C8AE034672}">
      <dgm:prSet/>
      <dgm:spPr/>
      <dgm:t>
        <a:bodyPr/>
        <a:lstStyle/>
        <a:p>
          <a:endParaRPr lang="en-US"/>
        </a:p>
      </dgm:t>
    </dgm:pt>
    <dgm:pt modelId="{A755B8C4-DDC0-4AB1-B16D-138F9ABF058F}" type="sibTrans" cxnId="{FDA47F42-5A0D-4F77-A72E-27C8AE034672}">
      <dgm:prSet/>
      <dgm:spPr/>
      <dgm:t>
        <a:bodyPr/>
        <a:lstStyle/>
        <a:p>
          <a:endParaRPr lang="en-US"/>
        </a:p>
      </dgm:t>
    </dgm:pt>
    <dgm:pt modelId="{E3FA268F-3678-4031-9A9F-0C4E81720BCC}">
      <dgm:prSet/>
      <dgm:spPr/>
      <dgm:t>
        <a:bodyPr/>
        <a:lstStyle/>
        <a:p>
          <a:pPr>
            <a:defRPr cap="all"/>
          </a:pPr>
          <a:r>
            <a:rPr lang="en-US"/>
            <a:t>Better living standards</a:t>
          </a:r>
        </a:p>
      </dgm:t>
    </dgm:pt>
    <dgm:pt modelId="{B7FCA36F-60C0-4D35-8AB2-976D34BA404C}" type="parTrans" cxnId="{27364C1E-29C1-4AB5-93EE-7B94776C3F32}">
      <dgm:prSet/>
      <dgm:spPr/>
      <dgm:t>
        <a:bodyPr/>
        <a:lstStyle/>
        <a:p>
          <a:endParaRPr lang="en-US"/>
        </a:p>
      </dgm:t>
    </dgm:pt>
    <dgm:pt modelId="{F79E6571-DD8D-4FA7-BB19-1F641BB89ABE}" type="sibTrans" cxnId="{27364C1E-29C1-4AB5-93EE-7B94776C3F32}">
      <dgm:prSet/>
      <dgm:spPr/>
      <dgm:t>
        <a:bodyPr/>
        <a:lstStyle/>
        <a:p>
          <a:endParaRPr lang="en-US"/>
        </a:p>
      </dgm:t>
    </dgm:pt>
    <dgm:pt modelId="{453B3529-397D-49E8-B246-2E8938AB58CA}" type="pres">
      <dgm:prSet presAssocID="{D47586EF-4425-47AE-A15B-2253A9CAFB4C}" presName="root" presStyleCnt="0">
        <dgm:presLayoutVars>
          <dgm:dir/>
          <dgm:resizeHandles val="exact"/>
        </dgm:presLayoutVars>
      </dgm:prSet>
      <dgm:spPr/>
    </dgm:pt>
    <dgm:pt modelId="{FF9C530C-1128-43CC-924C-B302EECFF4A1}" type="pres">
      <dgm:prSet presAssocID="{C3FBB600-F286-44A5-B45F-52E195580C71}" presName="compNode" presStyleCnt="0"/>
      <dgm:spPr/>
    </dgm:pt>
    <dgm:pt modelId="{DBCE599B-7A17-44D7-ABA7-C641741B7F16}" type="pres">
      <dgm:prSet presAssocID="{C3FBB600-F286-44A5-B45F-52E195580C71}" presName="iconBgRect" presStyleLbl="bgShp" presStyleIdx="0" presStyleCnt="4"/>
      <dgm:spPr/>
    </dgm:pt>
    <dgm:pt modelId="{346C2E4A-D9A7-4AAA-A292-3920E4B28B47}" type="pres">
      <dgm:prSet presAssocID="{C3FBB600-F286-44A5-B45F-52E195580C7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01A67FF-C40A-4B6D-A849-51F025055B34}" type="pres">
      <dgm:prSet presAssocID="{C3FBB600-F286-44A5-B45F-52E195580C71}" presName="spaceRect" presStyleCnt="0"/>
      <dgm:spPr/>
    </dgm:pt>
    <dgm:pt modelId="{75DED281-D1BE-4155-885A-08563A312842}" type="pres">
      <dgm:prSet presAssocID="{C3FBB600-F286-44A5-B45F-52E195580C71}" presName="textRect" presStyleLbl="revTx" presStyleIdx="0" presStyleCnt="4">
        <dgm:presLayoutVars>
          <dgm:chMax val="1"/>
          <dgm:chPref val="1"/>
        </dgm:presLayoutVars>
      </dgm:prSet>
      <dgm:spPr/>
    </dgm:pt>
    <dgm:pt modelId="{CC699F4E-0905-418F-80ED-410C2EEC5D3B}" type="pres">
      <dgm:prSet presAssocID="{13CBD9F1-837D-44B4-BF90-66FFB9EC6979}" presName="sibTrans" presStyleCnt="0"/>
      <dgm:spPr/>
    </dgm:pt>
    <dgm:pt modelId="{DDAE3D87-71CF-4479-B7DA-4F44F9C57A00}" type="pres">
      <dgm:prSet presAssocID="{3B1C01AF-507D-4F8C-88CE-56D526C6BB72}" presName="compNode" presStyleCnt="0"/>
      <dgm:spPr/>
    </dgm:pt>
    <dgm:pt modelId="{F39F589C-BF6E-4A88-9426-A73C1D14213A}" type="pres">
      <dgm:prSet presAssocID="{3B1C01AF-507D-4F8C-88CE-56D526C6BB72}" presName="iconBgRect" presStyleLbl="bgShp" presStyleIdx="1" presStyleCnt="4"/>
      <dgm:spPr/>
    </dgm:pt>
    <dgm:pt modelId="{010D47C9-F2A6-4778-B0DC-8822284EA57F}" type="pres">
      <dgm:prSet presAssocID="{3B1C01AF-507D-4F8C-88CE-56D526C6BB7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3BD335E-7E36-4C7A-B7FC-BDCE4CAB9B44}" type="pres">
      <dgm:prSet presAssocID="{3B1C01AF-507D-4F8C-88CE-56D526C6BB72}" presName="spaceRect" presStyleCnt="0"/>
      <dgm:spPr/>
    </dgm:pt>
    <dgm:pt modelId="{B3C07FD7-359A-48A8-A5FD-8F65C9081F9D}" type="pres">
      <dgm:prSet presAssocID="{3B1C01AF-507D-4F8C-88CE-56D526C6BB72}" presName="textRect" presStyleLbl="revTx" presStyleIdx="1" presStyleCnt="4">
        <dgm:presLayoutVars>
          <dgm:chMax val="1"/>
          <dgm:chPref val="1"/>
        </dgm:presLayoutVars>
      </dgm:prSet>
      <dgm:spPr/>
    </dgm:pt>
    <dgm:pt modelId="{9C847EDB-3058-47D4-BE44-6F2D1291DEA1}" type="pres">
      <dgm:prSet presAssocID="{1D529343-AF95-494E-8AD3-E5FAF86DEB6C}" presName="sibTrans" presStyleCnt="0"/>
      <dgm:spPr/>
    </dgm:pt>
    <dgm:pt modelId="{81DF2D81-D4B4-470D-BA51-BE1D93A0EB36}" type="pres">
      <dgm:prSet presAssocID="{EA0DBC49-F54F-4852-A354-DD7C29E0CF96}" presName="compNode" presStyleCnt="0"/>
      <dgm:spPr/>
    </dgm:pt>
    <dgm:pt modelId="{C12CEEEF-41C4-4DAD-B359-00574929FBF6}" type="pres">
      <dgm:prSet presAssocID="{EA0DBC49-F54F-4852-A354-DD7C29E0CF96}" presName="iconBgRect" presStyleLbl="bgShp" presStyleIdx="2" presStyleCnt="4"/>
      <dgm:spPr/>
    </dgm:pt>
    <dgm:pt modelId="{CD01C3E3-40C4-4918-8AD1-53BB855127EE}" type="pres">
      <dgm:prSet presAssocID="{EA0DBC49-F54F-4852-A354-DD7C29E0CF9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964E246-7854-4B6E-B0F8-E3A8696000A7}" type="pres">
      <dgm:prSet presAssocID="{EA0DBC49-F54F-4852-A354-DD7C29E0CF96}" presName="spaceRect" presStyleCnt="0"/>
      <dgm:spPr/>
    </dgm:pt>
    <dgm:pt modelId="{CFC7D757-93E0-4E25-82AF-FD3C255AC7CA}" type="pres">
      <dgm:prSet presAssocID="{EA0DBC49-F54F-4852-A354-DD7C29E0CF96}" presName="textRect" presStyleLbl="revTx" presStyleIdx="2" presStyleCnt="4">
        <dgm:presLayoutVars>
          <dgm:chMax val="1"/>
          <dgm:chPref val="1"/>
        </dgm:presLayoutVars>
      </dgm:prSet>
      <dgm:spPr/>
    </dgm:pt>
    <dgm:pt modelId="{DF5B0B13-73F1-4AC6-9ED8-BD1B3E08FDBF}" type="pres">
      <dgm:prSet presAssocID="{A755B8C4-DDC0-4AB1-B16D-138F9ABF058F}" presName="sibTrans" presStyleCnt="0"/>
      <dgm:spPr/>
    </dgm:pt>
    <dgm:pt modelId="{ECECA099-3FC1-47F3-BE7A-C16347C1B97C}" type="pres">
      <dgm:prSet presAssocID="{E3FA268F-3678-4031-9A9F-0C4E81720BCC}" presName="compNode" presStyleCnt="0"/>
      <dgm:spPr/>
    </dgm:pt>
    <dgm:pt modelId="{10F1B83F-7D6D-4320-A096-9B98F27AAD3C}" type="pres">
      <dgm:prSet presAssocID="{E3FA268F-3678-4031-9A9F-0C4E81720BCC}" presName="iconBgRect" presStyleLbl="bgShp" presStyleIdx="3" presStyleCnt="4"/>
      <dgm:spPr/>
    </dgm:pt>
    <dgm:pt modelId="{AFA5047E-1DEF-48F1-AF7C-9E0CBCE026AB}" type="pres">
      <dgm:prSet presAssocID="{E3FA268F-3678-4031-9A9F-0C4E81720BC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A16FC535-6F91-4552-8B17-292D7C77FDB6}" type="pres">
      <dgm:prSet presAssocID="{E3FA268F-3678-4031-9A9F-0C4E81720BCC}" presName="spaceRect" presStyleCnt="0"/>
      <dgm:spPr/>
    </dgm:pt>
    <dgm:pt modelId="{F3AE15D1-EC3F-4FF8-B16F-4422C8BA5C17}" type="pres">
      <dgm:prSet presAssocID="{E3FA268F-3678-4031-9A9F-0C4E81720B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364C1E-29C1-4AB5-93EE-7B94776C3F32}" srcId="{D47586EF-4425-47AE-A15B-2253A9CAFB4C}" destId="{E3FA268F-3678-4031-9A9F-0C4E81720BCC}" srcOrd="3" destOrd="0" parTransId="{B7FCA36F-60C0-4D35-8AB2-976D34BA404C}" sibTransId="{F79E6571-DD8D-4FA7-BB19-1F641BB89ABE}"/>
    <dgm:cxn modelId="{EE51CE2A-0619-4BB3-A24F-1477A160750F}" srcId="{D47586EF-4425-47AE-A15B-2253A9CAFB4C}" destId="{3B1C01AF-507D-4F8C-88CE-56D526C6BB72}" srcOrd="1" destOrd="0" parTransId="{0729FB60-F982-4E7D-8924-D12EB6E8AD49}" sibTransId="{1D529343-AF95-494E-8AD3-E5FAF86DEB6C}"/>
    <dgm:cxn modelId="{EAAF3C2B-754B-4E7E-AD26-1FD7DBD9A0B9}" type="presOf" srcId="{E3FA268F-3678-4031-9A9F-0C4E81720BCC}" destId="{F3AE15D1-EC3F-4FF8-B16F-4422C8BA5C17}" srcOrd="0" destOrd="0" presId="urn:microsoft.com/office/officeart/2018/5/layout/IconCircleLabelList"/>
    <dgm:cxn modelId="{22B25331-7868-4AC3-9817-408530E9A406}" type="presOf" srcId="{C3FBB600-F286-44A5-B45F-52E195580C71}" destId="{75DED281-D1BE-4155-885A-08563A312842}" srcOrd="0" destOrd="0" presId="urn:microsoft.com/office/officeart/2018/5/layout/IconCircleLabelList"/>
    <dgm:cxn modelId="{FDA47F42-5A0D-4F77-A72E-27C8AE034672}" srcId="{D47586EF-4425-47AE-A15B-2253A9CAFB4C}" destId="{EA0DBC49-F54F-4852-A354-DD7C29E0CF96}" srcOrd="2" destOrd="0" parTransId="{5CFA4553-62DF-4B9B-B79C-263352580714}" sibTransId="{A755B8C4-DDC0-4AB1-B16D-138F9ABF058F}"/>
    <dgm:cxn modelId="{972B7A7C-577C-4E10-8D48-251AF05B384C}" srcId="{D47586EF-4425-47AE-A15B-2253A9CAFB4C}" destId="{C3FBB600-F286-44A5-B45F-52E195580C71}" srcOrd="0" destOrd="0" parTransId="{EE9E7CE0-98FB-4F8A-A152-A5D901968005}" sibTransId="{13CBD9F1-837D-44B4-BF90-66FFB9EC6979}"/>
    <dgm:cxn modelId="{B3531A8C-F825-45F3-8845-23809DBD50B6}" type="presOf" srcId="{3B1C01AF-507D-4F8C-88CE-56D526C6BB72}" destId="{B3C07FD7-359A-48A8-A5FD-8F65C9081F9D}" srcOrd="0" destOrd="0" presId="urn:microsoft.com/office/officeart/2018/5/layout/IconCircleLabelList"/>
    <dgm:cxn modelId="{852B1CD6-E7E4-4826-890F-D8FCDC3BA7F6}" type="presOf" srcId="{D47586EF-4425-47AE-A15B-2253A9CAFB4C}" destId="{453B3529-397D-49E8-B246-2E8938AB58CA}" srcOrd="0" destOrd="0" presId="urn:microsoft.com/office/officeart/2018/5/layout/IconCircleLabelList"/>
    <dgm:cxn modelId="{3C2112E7-7210-4CA4-863C-D6DEDEAFA395}" type="presOf" srcId="{EA0DBC49-F54F-4852-A354-DD7C29E0CF96}" destId="{CFC7D757-93E0-4E25-82AF-FD3C255AC7CA}" srcOrd="0" destOrd="0" presId="urn:microsoft.com/office/officeart/2018/5/layout/IconCircleLabelList"/>
    <dgm:cxn modelId="{E0F44C51-7E39-4228-84D5-0D737B7D0416}" type="presParOf" srcId="{453B3529-397D-49E8-B246-2E8938AB58CA}" destId="{FF9C530C-1128-43CC-924C-B302EECFF4A1}" srcOrd="0" destOrd="0" presId="urn:microsoft.com/office/officeart/2018/5/layout/IconCircleLabelList"/>
    <dgm:cxn modelId="{10DCEA0B-2EE0-495C-A768-81E5318704CC}" type="presParOf" srcId="{FF9C530C-1128-43CC-924C-B302EECFF4A1}" destId="{DBCE599B-7A17-44D7-ABA7-C641741B7F16}" srcOrd="0" destOrd="0" presId="urn:microsoft.com/office/officeart/2018/5/layout/IconCircleLabelList"/>
    <dgm:cxn modelId="{569B79DE-F81D-437D-8C72-51FC5525405B}" type="presParOf" srcId="{FF9C530C-1128-43CC-924C-B302EECFF4A1}" destId="{346C2E4A-D9A7-4AAA-A292-3920E4B28B47}" srcOrd="1" destOrd="0" presId="urn:microsoft.com/office/officeart/2018/5/layout/IconCircleLabelList"/>
    <dgm:cxn modelId="{721CEECE-3B63-4B8E-9A5C-85AE44584B46}" type="presParOf" srcId="{FF9C530C-1128-43CC-924C-B302EECFF4A1}" destId="{D01A67FF-C40A-4B6D-A849-51F025055B34}" srcOrd="2" destOrd="0" presId="urn:microsoft.com/office/officeart/2018/5/layout/IconCircleLabelList"/>
    <dgm:cxn modelId="{78CF739B-85E6-447C-AC33-6C862C3D8CEE}" type="presParOf" srcId="{FF9C530C-1128-43CC-924C-B302EECFF4A1}" destId="{75DED281-D1BE-4155-885A-08563A312842}" srcOrd="3" destOrd="0" presId="urn:microsoft.com/office/officeart/2018/5/layout/IconCircleLabelList"/>
    <dgm:cxn modelId="{BE1634FE-2A03-4A3D-9BCE-A28295CE6040}" type="presParOf" srcId="{453B3529-397D-49E8-B246-2E8938AB58CA}" destId="{CC699F4E-0905-418F-80ED-410C2EEC5D3B}" srcOrd="1" destOrd="0" presId="urn:microsoft.com/office/officeart/2018/5/layout/IconCircleLabelList"/>
    <dgm:cxn modelId="{3B2E0858-9937-46B6-B950-D07700F5BDD4}" type="presParOf" srcId="{453B3529-397D-49E8-B246-2E8938AB58CA}" destId="{DDAE3D87-71CF-4479-B7DA-4F44F9C57A00}" srcOrd="2" destOrd="0" presId="urn:microsoft.com/office/officeart/2018/5/layout/IconCircleLabelList"/>
    <dgm:cxn modelId="{29B34DAC-BDC9-4ABD-803F-484C830C96C4}" type="presParOf" srcId="{DDAE3D87-71CF-4479-B7DA-4F44F9C57A00}" destId="{F39F589C-BF6E-4A88-9426-A73C1D14213A}" srcOrd="0" destOrd="0" presId="urn:microsoft.com/office/officeart/2018/5/layout/IconCircleLabelList"/>
    <dgm:cxn modelId="{B2245C1A-30D9-4B60-975B-A3451DC951B6}" type="presParOf" srcId="{DDAE3D87-71CF-4479-B7DA-4F44F9C57A00}" destId="{010D47C9-F2A6-4778-B0DC-8822284EA57F}" srcOrd="1" destOrd="0" presId="urn:microsoft.com/office/officeart/2018/5/layout/IconCircleLabelList"/>
    <dgm:cxn modelId="{C010C2F2-C756-48B6-AB67-2384370A397C}" type="presParOf" srcId="{DDAE3D87-71CF-4479-B7DA-4F44F9C57A00}" destId="{13BD335E-7E36-4C7A-B7FC-BDCE4CAB9B44}" srcOrd="2" destOrd="0" presId="urn:microsoft.com/office/officeart/2018/5/layout/IconCircleLabelList"/>
    <dgm:cxn modelId="{BA710A6C-3C6A-480C-A6DD-258500559A48}" type="presParOf" srcId="{DDAE3D87-71CF-4479-B7DA-4F44F9C57A00}" destId="{B3C07FD7-359A-48A8-A5FD-8F65C9081F9D}" srcOrd="3" destOrd="0" presId="urn:microsoft.com/office/officeart/2018/5/layout/IconCircleLabelList"/>
    <dgm:cxn modelId="{E494DA69-907B-4F61-B1E3-F54B61256B5E}" type="presParOf" srcId="{453B3529-397D-49E8-B246-2E8938AB58CA}" destId="{9C847EDB-3058-47D4-BE44-6F2D1291DEA1}" srcOrd="3" destOrd="0" presId="urn:microsoft.com/office/officeart/2018/5/layout/IconCircleLabelList"/>
    <dgm:cxn modelId="{1CB83CB2-D86F-4345-90BF-B3450201B049}" type="presParOf" srcId="{453B3529-397D-49E8-B246-2E8938AB58CA}" destId="{81DF2D81-D4B4-470D-BA51-BE1D93A0EB36}" srcOrd="4" destOrd="0" presId="urn:microsoft.com/office/officeart/2018/5/layout/IconCircleLabelList"/>
    <dgm:cxn modelId="{788B65C4-F2F9-4704-AFF1-876B4F1BD94B}" type="presParOf" srcId="{81DF2D81-D4B4-470D-BA51-BE1D93A0EB36}" destId="{C12CEEEF-41C4-4DAD-B359-00574929FBF6}" srcOrd="0" destOrd="0" presId="urn:microsoft.com/office/officeart/2018/5/layout/IconCircleLabelList"/>
    <dgm:cxn modelId="{128194C0-F244-4D57-92B2-FD697A6B15AA}" type="presParOf" srcId="{81DF2D81-D4B4-470D-BA51-BE1D93A0EB36}" destId="{CD01C3E3-40C4-4918-8AD1-53BB855127EE}" srcOrd="1" destOrd="0" presId="urn:microsoft.com/office/officeart/2018/5/layout/IconCircleLabelList"/>
    <dgm:cxn modelId="{7214F838-47A9-43B3-B154-F7D5D8AF3BD6}" type="presParOf" srcId="{81DF2D81-D4B4-470D-BA51-BE1D93A0EB36}" destId="{2964E246-7854-4B6E-B0F8-E3A8696000A7}" srcOrd="2" destOrd="0" presId="urn:microsoft.com/office/officeart/2018/5/layout/IconCircleLabelList"/>
    <dgm:cxn modelId="{6212A777-9906-49F8-A090-3951F6FB7D54}" type="presParOf" srcId="{81DF2D81-D4B4-470D-BA51-BE1D93A0EB36}" destId="{CFC7D757-93E0-4E25-82AF-FD3C255AC7CA}" srcOrd="3" destOrd="0" presId="urn:microsoft.com/office/officeart/2018/5/layout/IconCircleLabelList"/>
    <dgm:cxn modelId="{BFA37FB3-58E2-4FD1-8997-CEC6E1D33118}" type="presParOf" srcId="{453B3529-397D-49E8-B246-2E8938AB58CA}" destId="{DF5B0B13-73F1-4AC6-9ED8-BD1B3E08FDBF}" srcOrd="5" destOrd="0" presId="urn:microsoft.com/office/officeart/2018/5/layout/IconCircleLabelList"/>
    <dgm:cxn modelId="{48E50450-33B0-457E-ADAF-553AA2FADA31}" type="presParOf" srcId="{453B3529-397D-49E8-B246-2E8938AB58CA}" destId="{ECECA099-3FC1-47F3-BE7A-C16347C1B97C}" srcOrd="6" destOrd="0" presId="urn:microsoft.com/office/officeart/2018/5/layout/IconCircleLabelList"/>
    <dgm:cxn modelId="{29585083-1EDB-4B04-864F-CEDB2F098228}" type="presParOf" srcId="{ECECA099-3FC1-47F3-BE7A-C16347C1B97C}" destId="{10F1B83F-7D6D-4320-A096-9B98F27AAD3C}" srcOrd="0" destOrd="0" presId="urn:microsoft.com/office/officeart/2018/5/layout/IconCircleLabelList"/>
    <dgm:cxn modelId="{6F2CC420-A87A-4838-8BB3-5654F6020B24}" type="presParOf" srcId="{ECECA099-3FC1-47F3-BE7A-C16347C1B97C}" destId="{AFA5047E-1DEF-48F1-AF7C-9E0CBCE026AB}" srcOrd="1" destOrd="0" presId="urn:microsoft.com/office/officeart/2018/5/layout/IconCircleLabelList"/>
    <dgm:cxn modelId="{082C58A2-34A3-4BB2-9800-A67C1E55223A}" type="presParOf" srcId="{ECECA099-3FC1-47F3-BE7A-C16347C1B97C}" destId="{A16FC535-6F91-4552-8B17-292D7C77FDB6}" srcOrd="2" destOrd="0" presId="urn:microsoft.com/office/officeart/2018/5/layout/IconCircleLabelList"/>
    <dgm:cxn modelId="{3D5080F4-0FF7-4FDB-9786-C1565A7D0EEA}" type="presParOf" srcId="{ECECA099-3FC1-47F3-BE7A-C16347C1B97C}" destId="{F3AE15D1-EC3F-4FF8-B16F-4422C8BA5C1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9631A3-B542-496C-862A-D891B10180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524380-1EAC-45AB-B6CF-4EE4A0265E6F}">
      <dgm:prSet/>
      <dgm:spPr/>
      <dgm:t>
        <a:bodyPr/>
        <a:lstStyle/>
        <a:p>
          <a:pPr>
            <a:defRPr b="1"/>
          </a:pPr>
          <a:r>
            <a:rPr lang="en-US"/>
            <a:t>A system used to measure total economic activity.</a:t>
          </a:r>
        </a:p>
      </dgm:t>
    </dgm:pt>
    <dgm:pt modelId="{FBCD4D92-12C2-4656-83EC-031858E8DA94}" type="parTrans" cxnId="{BA3545C5-0A90-4440-9CF1-D9D7DB8DA3E0}">
      <dgm:prSet/>
      <dgm:spPr/>
      <dgm:t>
        <a:bodyPr/>
        <a:lstStyle/>
        <a:p>
          <a:endParaRPr lang="en-US"/>
        </a:p>
      </dgm:t>
    </dgm:pt>
    <dgm:pt modelId="{6750C028-9CE3-4263-A2BA-7FEDC3D9EAE4}" type="sibTrans" cxnId="{BA3545C5-0A90-4440-9CF1-D9D7DB8DA3E0}">
      <dgm:prSet/>
      <dgm:spPr/>
      <dgm:t>
        <a:bodyPr/>
        <a:lstStyle/>
        <a:p>
          <a:endParaRPr lang="en-US"/>
        </a:p>
      </dgm:t>
    </dgm:pt>
    <dgm:pt modelId="{BB528206-6CD2-4F0B-8F75-AD1DF6B91212}">
      <dgm:prSet/>
      <dgm:spPr/>
      <dgm:t>
        <a:bodyPr/>
        <a:lstStyle/>
        <a:p>
          <a:pPr>
            <a:defRPr b="1"/>
          </a:pPr>
          <a:r>
            <a:rPr lang="en-US" dirty="0"/>
            <a:t>Purposes</a:t>
          </a:r>
        </a:p>
      </dgm:t>
    </dgm:pt>
    <dgm:pt modelId="{56583F7E-A44E-40E9-AF9E-D3CC8ECA79C1}" type="parTrans" cxnId="{D71E6773-0578-40DA-9872-2D8D9D37494C}">
      <dgm:prSet/>
      <dgm:spPr/>
      <dgm:t>
        <a:bodyPr/>
        <a:lstStyle/>
        <a:p>
          <a:endParaRPr lang="en-US"/>
        </a:p>
      </dgm:t>
    </dgm:pt>
    <dgm:pt modelId="{AB4A857A-F997-45B3-A30D-32996DD530EA}" type="sibTrans" cxnId="{D71E6773-0578-40DA-9872-2D8D9D37494C}">
      <dgm:prSet/>
      <dgm:spPr/>
      <dgm:t>
        <a:bodyPr/>
        <a:lstStyle/>
        <a:p>
          <a:endParaRPr lang="en-US"/>
        </a:p>
      </dgm:t>
    </dgm:pt>
    <dgm:pt modelId="{B1338B8C-61F9-47A9-B113-98A89836B349}">
      <dgm:prSet/>
      <dgm:spPr/>
      <dgm:t>
        <a:bodyPr/>
        <a:lstStyle/>
        <a:p>
          <a:r>
            <a:rPr lang="en-US"/>
            <a:t>Assess economic performance </a:t>
          </a:r>
        </a:p>
      </dgm:t>
    </dgm:pt>
    <dgm:pt modelId="{D5764C2C-1C86-4F81-9CD2-1CFDE784367B}" type="parTrans" cxnId="{29C161DD-FF72-4770-84A1-5EF3E3782FD9}">
      <dgm:prSet/>
      <dgm:spPr/>
      <dgm:t>
        <a:bodyPr/>
        <a:lstStyle/>
        <a:p>
          <a:endParaRPr lang="en-US"/>
        </a:p>
      </dgm:t>
    </dgm:pt>
    <dgm:pt modelId="{2D62CA25-B58D-4681-A7F8-FCE6BED1AE33}" type="sibTrans" cxnId="{29C161DD-FF72-4770-84A1-5EF3E3782FD9}">
      <dgm:prSet/>
      <dgm:spPr/>
      <dgm:t>
        <a:bodyPr/>
        <a:lstStyle/>
        <a:p>
          <a:endParaRPr lang="en-US"/>
        </a:p>
      </dgm:t>
    </dgm:pt>
    <dgm:pt modelId="{A426CD0E-6462-4E36-82E3-80F8B631ABF1}">
      <dgm:prSet/>
      <dgm:spPr/>
      <dgm:t>
        <a:bodyPr/>
        <a:lstStyle/>
        <a:p>
          <a:r>
            <a:rPr lang="en-US"/>
            <a:t>Compare countries </a:t>
          </a:r>
        </a:p>
      </dgm:t>
    </dgm:pt>
    <dgm:pt modelId="{B6FAFC9F-0B3C-4E99-900A-AAB87ED176E3}" type="parTrans" cxnId="{317ACCCA-4E24-44BC-BE39-83A77C20248D}">
      <dgm:prSet/>
      <dgm:spPr/>
      <dgm:t>
        <a:bodyPr/>
        <a:lstStyle/>
        <a:p>
          <a:endParaRPr lang="en-US"/>
        </a:p>
      </dgm:t>
    </dgm:pt>
    <dgm:pt modelId="{8A523504-ACCA-41D9-9658-74DE0A6FD747}" type="sibTrans" cxnId="{317ACCCA-4E24-44BC-BE39-83A77C20248D}">
      <dgm:prSet/>
      <dgm:spPr/>
      <dgm:t>
        <a:bodyPr/>
        <a:lstStyle/>
        <a:p>
          <a:endParaRPr lang="en-US"/>
        </a:p>
      </dgm:t>
    </dgm:pt>
    <dgm:pt modelId="{6E85CBDA-A5EB-4739-A1E2-FD1796ADD32D}">
      <dgm:prSet/>
      <dgm:spPr/>
      <dgm:t>
        <a:bodyPr/>
        <a:lstStyle/>
        <a:p>
          <a:r>
            <a:rPr lang="en-US"/>
            <a:t>Formulate policies </a:t>
          </a:r>
        </a:p>
      </dgm:t>
    </dgm:pt>
    <dgm:pt modelId="{95E86A92-2D16-42ED-B818-33C4A67AAA20}" type="parTrans" cxnId="{2E652213-E74A-47F0-A9D7-50B002346D38}">
      <dgm:prSet/>
      <dgm:spPr/>
      <dgm:t>
        <a:bodyPr/>
        <a:lstStyle/>
        <a:p>
          <a:endParaRPr lang="en-US"/>
        </a:p>
      </dgm:t>
    </dgm:pt>
    <dgm:pt modelId="{4B650749-939D-43FB-BCE7-691BF54BBC12}" type="sibTrans" cxnId="{2E652213-E74A-47F0-A9D7-50B002346D38}">
      <dgm:prSet/>
      <dgm:spPr/>
      <dgm:t>
        <a:bodyPr/>
        <a:lstStyle/>
        <a:p>
          <a:endParaRPr lang="en-US"/>
        </a:p>
      </dgm:t>
    </dgm:pt>
    <dgm:pt modelId="{CA48DEDF-D101-4202-8B03-2715AC81ABF8}">
      <dgm:prSet/>
      <dgm:spPr/>
      <dgm:t>
        <a:bodyPr/>
        <a:lstStyle/>
        <a:p>
          <a:r>
            <a:rPr lang="en-US"/>
            <a:t>Evaluate living standards</a:t>
          </a:r>
        </a:p>
      </dgm:t>
    </dgm:pt>
    <dgm:pt modelId="{B7D53438-7856-4698-92B9-56BFA6C7F3DC}" type="parTrans" cxnId="{95CF2973-307F-4997-A36E-7A509DBEB736}">
      <dgm:prSet/>
      <dgm:spPr/>
      <dgm:t>
        <a:bodyPr/>
        <a:lstStyle/>
        <a:p>
          <a:endParaRPr lang="en-US"/>
        </a:p>
      </dgm:t>
    </dgm:pt>
    <dgm:pt modelId="{6CFA85DF-507C-4CFB-ABDE-02EF2DE4513E}" type="sibTrans" cxnId="{95CF2973-307F-4997-A36E-7A509DBEB736}">
      <dgm:prSet/>
      <dgm:spPr/>
      <dgm:t>
        <a:bodyPr/>
        <a:lstStyle/>
        <a:p>
          <a:endParaRPr lang="en-US"/>
        </a:p>
      </dgm:t>
    </dgm:pt>
    <dgm:pt modelId="{88C63051-AD52-458E-B450-95AF6C2FF31D}" type="pres">
      <dgm:prSet presAssocID="{659631A3-B542-496C-862A-D891B10180AD}" presName="root" presStyleCnt="0">
        <dgm:presLayoutVars>
          <dgm:dir/>
          <dgm:resizeHandles val="exact"/>
        </dgm:presLayoutVars>
      </dgm:prSet>
      <dgm:spPr/>
    </dgm:pt>
    <dgm:pt modelId="{7B088C1A-0C1F-4328-AAD5-31C056FC9813}" type="pres">
      <dgm:prSet presAssocID="{E3524380-1EAC-45AB-B6CF-4EE4A0265E6F}" presName="compNode" presStyleCnt="0"/>
      <dgm:spPr/>
    </dgm:pt>
    <dgm:pt modelId="{1A6780D7-FB4D-4FC8-8CF9-9F73FAA3B82A}" type="pres">
      <dgm:prSet presAssocID="{E3524380-1EAC-45AB-B6CF-4EE4A0265E6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068F3C3-C8D6-4E84-B6F3-7238447E8CE3}" type="pres">
      <dgm:prSet presAssocID="{E3524380-1EAC-45AB-B6CF-4EE4A0265E6F}" presName="iconSpace" presStyleCnt="0"/>
      <dgm:spPr/>
    </dgm:pt>
    <dgm:pt modelId="{D2528095-2787-4B47-9FCC-2D986A111993}" type="pres">
      <dgm:prSet presAssocID="{E3524380-1EAC-45AB-B6CF-4EE4A0265E6F}" presName="parTx" presStyleLbl="revTx" presStyleIdx="0" presStyleCnt="4">
        <dgm:presLayoutVars>
          <dgm:chMax val="0"/>
          <dgm:chPref val="0"/>
        </dgm:presLayoutVars>
      </dgm:prSet>
      <dgm:spPr/>
    </dgm:pt>
    <dgm:pt modelId="{0B30EED8-2354-4DBF-A1DF-50F2006293CD}" type="pres">
      <dgm:prSet presAssocID="{E3524380-1EAC-45AB-B6CF-4EE4A0265E6F}" presName="txSpace" presStyleCnt="0"/>
      <dgm:spPr/>
    </dgm:pt>
    <dgm:pt modelId="{8DBA17FE-8659-4ADF-9985-B510219BE0C3}" type="pres">
      <dgm:prSet presAssocID="{E3524380-1EAC-45AB-B6CF-4EE4A0265E6F}" presName="desTx" presStyleLbl="revTx" presStyleIdx="1" presStyleCnt="4">
        <dgm:presLayoutVars/>
      </dgm:prSet>
      <dgm:spPr/>
    </dgm:pt>
    <dgm:pt modelId="{5662EAB0-BD31-4666-8191-12FE28CB83F4}" type="pres">
      <dgm:prSet presAssocID="{6750C028-9CE3-4263-A2BA-7FEDC3D9EAE4}" presName="sibTrans" presStyleCnt="0"/>
      <dgm:spPr/>
    </dgm:pt>
    <dgm:pt modelId="{860E708F-86C8-46BB-BAD4-2076705F2AFA}" type="pres">
      <dgm:prSet presAssocID="{BB528206-6CD2-4F0B-8F75-AD1DF6B91212}" presName="compNode" presStyleCnt="0"/>
      <dgm:spPr/>
    </dgm:pt>
    <dgm:pt modelId="{41610EE9-B217-4CE2-AF23-669A0BF17C50}" type="pres">
      <dgm:prSet presAssocID="{BB528206-6CD2-4F0B-8F75-AD1DF6B9121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5C5CC3C-C0A4-434D-A7ED-23961C5A119F}" type="pres">
      <dgm:prSet presAssocID="{BB528206-6CD2-4F0B-8F75-AD1DF6B91212}" presName="iconSpace" presStyleCnt="0"/>
      <dgm:spPr/>
    </dgm:pt>
    <dgm:pt modelId="{45905194-A90E-4227-8A0F-141991608F37}" type="pres">
      <dgm:prSet presAssocID="{BB528206-6CD2-4F0B-8F75-AD1DF6B91212}" presName="parTx" presStyleLbl="revTx" presStyleIdx="2" presStyleCnt="4">
        <dgm:presLayoutVars>
          <dgm:chMax val="0"/>
          <dgm:chPref val="0"/>
        </dgm:presLayoutVars>
      </dgm:prSet>
      <dgm:spPr/>
    </dgm:pt>
    <dgm:pt modelId="{9418D89E-750C-44C0-9281-D99A301CDB78}" type="pres">
      <dgm:prSet presAssocID="{BB528206-6CD2-4F0B-8F75-AD1DF6B91212}" presName="txSpace" presStyleCnt="0"/>
      <dgm:spPr/>
    </dgm:pt>
    <dgm:pt modelId="{1B95546A-B42A-4058-98E9-144A82F2CFBB}" type="pres">
      <dgm:prSet presAssocID="{BB528206-6CD2-4F0B-8F75-AD1DF6B91212}" presName="desTx" presStyleLbl="revTx" presStyleIdx="3" presStyleCnt="4">
        <dgm:presLayoutVars/>
      </dgm:prSet>
      <dgm:spPr/>
    </dgm:pt>
  </dgm:ptLst>
  <dgm:cxnLst>
    <dgm:cxn modelId="{2E652213-E74A-47F0-A9D7-50B002346D38}" srcId="{BB528206-6CD2-4F0B-8F75-AD1DF6B91212}" destId="{6E85CBDA-A5EB-4739-A1E2-FD1796ADD32D}" srcOrd="2" destOrd="0" parTransId="{95E86A92-2D16-42ED-B818-33C4A67AAA20}" sibTransId="{4B650749-939D-43FB-BCE7-691BF54BBC12}"/>
    <dgm:cxn modelId="{3D1D7A16-D393-4E4D-9067-8E8BE7DB7EBF}" type="presOf" srcId="{E3524380-1EAC-45AB-B6CF-4EE4A0265E6F}" destId="{D2528095-2787-4B47-9FCC-2D986A111993}" srcOrd="0" destOrd="0" presId="urn:microsoft.com/office/officeart/2018/5/layout/CenteredIconLabelDescriptionList"/>
    <dgm:cxn modelId="{8B99A42D-68E4-42FD-B58F-DA2C0271CE56}" type="presOf" srcId="{A426CD0E-6462-4E36-82E3-80F8B631ABF1}" destId="{1B95546A-B42A-4058-98E9-144A82F2CFBB}" srcOrd="0" destOrd="1" presId="urn:microsoft.com/office/officeart/2018/5/layout/CenteredIconLabelDescriptionList"/>
    <dgm:cxn modelId="{F49BCA36-23E2-4F16-AA51-BE2D88B52C18}" type="presOf" srcId="{B1338B8C-61F9-47A9-B113-98A89836B349}" destId="{1B95546A-B42A-4058-98E9-144A82F2CFBB}" srcOrd="0" destOrd="0" presId="urn:microsoft.com/office/officeart/2018/5/layout/CenteredIconLabelDescriptionList"/>
    <dgm:cxn modelId="{95CF2973-307F-4997-A36E-7A509DBEB736}" srcId="{BB528206-6CD2-4F0B-8F75-AD1DF6B91212}" destId="{CA48DEDF-D101-4202-8B03-2715AC81ABF8}" srcOrd="3" destOrd="0" parTransId="{B7D53438-7856-4698-92B9-56BFA6C7F3DC}" sibTransId="{6CFA85DF-507C-4CFB-ABDE-02EF2DE4513E}"/>
    <dgm:cxn modelId="{D71E6773-0578-40DA-9872-2D8D9D37494C}" srcId="{659631A3-B542-496C-862A-D891B10180AD}" destId="{BB528206-6CD2-4F0B-8F75-AD1DF6B91212}" srcOrd="1" destOrd="0" parTransId="{56583F7E-A44E-40E9-AF9E-D3CC8ECA79C1}" sibTransId="{AB4A857A-F997-45B3-A30D-32996DD530EA}"/>
    <dgm:cxn modelId="{8B42637B-8B6C-41F6-B5E6-898AF3C76E34}" type="presOf" srcId="{BB528206-6CD2-4F0B-8F75-AD1DF6B91212}" destId="{45905194-A90E-4227-8A0F-141991608F37}" srcOrd="0" destOrd="0" presId="urn:microsoft.com/office/officeart/2018/5/layout/CenteredIconLabelDescriptionList"/>
    <dgm:cxn modelId="{312C27A5-93B2-4E14-8369-FD567EAAE754}" type="presOf" srcId="{6E85CBDA-A5EB-4739-A1E2-FD1796ADD32D}" destId="{1B95546A-B42A-4058-98E9-144A82F2CFBB}" srcOrd="0" destOrd="2" presId="urn:microsoft.com/office/officeart/2018/5/layout/CenteredIconLabelDescriptionList"/>
    <dgm:cxn modelId="{8B4F8EA7-7CD2-45BD-A763-D8F9D37C3BF8}" type="presOf" srcId="{659631A3-B542-496C-862A-D891B10180AD}" destId="{88C63051-AD52-458E-B450-95AF6C2FF31D}" srcOrd="0" destOrd="0" presId="urn:microsoft.com/office/officeart/2018/5/layout/CenteredIconLabelDescriptionList"/>
    <dgm:cxn modelId="{BA3545C5-0A90-4440-9CF1-D9D7DB8DA3E0}" srcId="{659631A3-B542-496C-862A-D891B10180AD}" destId="{E3524380-1EAC-45AB-B6CF-4EE4A0265E6F}" srcOrd="0" destOrd="0" parTransId="{FBCD4D92-12C2-4656-83EC-031858E8DA94}" sibTransId="{6750C028-9CE3-4263-A2BA-7FEDC3D9EAE4}"/>
    <dgm:cxn modelId="{317ACCCA-4E24-44BC-BE39-83A77C20248D}" srcId="{BB528206-6CD2-4F0B-8F75-AD1DF6B91212}" destId="{A426CD0E-6462-4E36-82E3-80F8B631ABF1}" srcOrd="1" destOrd="0" parTransId="{B6FAFC9F-0B3C-4E99-900A-AAB87ED176E3}" sibTransId="{8A523504-ACCA-41D9-9658-74DE0A6FD747}"/>
    <dgm:cxn modelId="{29C161DD-FF72-4770-84A1-5EF3E3782FD9}" srcId="{BB528206-6CD2-4F0B-8F75-AD1DF6B91212}" destId="{B1338B8C-61F9-47A9-B113-98A89836B349}" srcOrd="0" destOrd="0" parTransId="{D5764C2C-1C86-4F81-9CD2-1CFDE784367B}" sibTransId="{2D62CA25-B58D-4681-A7F8-FCE6BED1AE33}"/>
    <dgm:cxn modelId="{9BF58CFB-8C45-47D2-A99E-89EA149C5980}" type="presOf" srcId="{CA48DEDF-D101-4202-8B03-2715AC81ABF8}" destId="{1B95546A-B42A-4058-98E9-144A82F2CFBB}" srcOrd="0" destOrd="3" presId="urn:microsoft.com/office/officeart/2018/5/layout/CenteredIconLabelDescriptionList"/>
    <dgm:cxn modelId="{CEA84289-F0AA-49F6-98C1-3BEE9020A78A}" type="presParOf" srcId="{88C63051-AD52-458E-B450-95AF6C2FF31D}" destId="{7B088C1A-0C1F-4328-AAD5-31C056FC9813}" srcOrd="0" destOrd="0" presId="urn:microsoft.com/office/officeart/2018/5/layout/CenteredIconLabelDescriptionList"/>
    <dgm:cxn modelId="{004FEBC3-A39F-467A-B12E-2CD4EDB9D1E3}" type="presParOf" srcId="{7B088C1A-0C1F-4328-AAD5-31C056FC9813}" destId="{1A6780D7-FB4D-4FC8-8CF9-9F73FAA3B82A}" srcOrd="0" destOrd="0" presId="urn:microsoft.com/office/officeart/2018/5/layout/CenteredIconLabelDescriptionList"/>
    <dgm:cxn modelId="{CB31A524-D11D-4EB8-A104-4A950070D58E}" type="presParOf" srcId="{7B088C1A-0C1F-4328-AAD5-31C056FC9813}" destId="{3068F3C3-C8D6-4E84-B6F3-7238447E8CE3}" srcOrd="1" destOrd="0" presId="urn:microsoft.com/office/officeart/2018/5/layout/CenteredIconLabelDescriptionList"/>
    <dgm:cxn modelId="{56C987DF-B92F-489B-9FC2-97FB67893E90}" type="presParOf" srcId="{7B088C1A-0C1F-4328-AAD5-31C056FC9813}" destId="{D2528095-2787-4B47-9FCC-2D986A111993}" srcOrd="2" destOrd="0" presId="urn:microsoft.com/office/officeart/2018/5/layout/CenteredIconLabelDescriptionList"/>
    <dgm:cxn modelId="{EC940445-3EBB-479B-8211-50E2871B7971}" type="presParOf" srcId="{7B088C1A-0C1F-4328-AAD5-31C056FC9813}" destId="{0B30EED8-2354-4DBF-A1DF-50F2006293CD}" srcOrd="3" destOrd="0" presId="urn:microsoft.com/office/officeart/2018/5/layout/CenteredIconLabelDescriptionList"/>
    <dgm:cxn modelId="{35848227-78C2-40D1-A138-A28EFDE86A7F}" type="presParOf" srcId="{7B088C1A-0C1F-4328-AAD5-31C056FC9813}" destId="{8DBA17FE-8659-4ADF-9985-B510219BE0C3}" srcOrd="4" destOrd="0" presId="urn:microsoft.com/office/officeart/2018/5/layout/CenteredIconLabelDescriptionList"/>
    <dgm:cxn modelId="{21DAB056-754A-4BDB-B55D-4BCCF6FFD8B4}" type="presParOf" srcId="{88C63051-AD52-458E-B450-95AF6C2FF31D}" destId="{5662EAB0-BD31-4666-8191-12FE28CB83F4}" srcOrd="1" destOrd="0" presId="urn:microsoft.com/office/officeart/2018/5/layout/CenteredIconLabelDescriptionList"/>
    <dgm:cxn modelId="{C1060FC5-41E3-43E0-A2A3-F7EA3E7921AF}" type="presParOf" srcId="{88C63051-AD52-458E-B450-95AF6C2FF31D}" destId="{860E708F-86C8-46BB-BAD4-2076705F2AFA}" srcOrd="2" destOrd="0" presId="urn:microsoft.com/office/officeart/2018/5/layout/CenteredIconLabelDescriptionList"/>
    <dgm:cxn modelId="{B43C2770-45FE-4C06-B1C6-35CA2EFA4727}" type="presParOf" srcId="{860E708F-86C8-46BB-BAD4-2076705F2AFA}" destId="{41610EE9-B217-4CE2-AF23-669A0BF17C50}" srcOrd="0" destOrd="0" presId="urn:microsoft.com/office/officeart/2018/5/layout/CenteredIconLabelDescriptionList"/>
    <dgm:cxn modelId="{A700A9B3-2315-40E5-9EB3-8979E542724F}" type="presParOf" srcId="{860E708F-86C8-46BB-BAD4-2076705F2AFA}" destId="{55C5CC3C-C0A4-434D-A7ED-23961C5A119F}" srcOrd="1" destOrd="0" presId="urn:microsoft.com/office/officeart/2018/5/layout/CenteredIconLabelDescriptionList"/>
    <dgm:cxn modelId="{1164FEA9-8A3B-4218-A616-19B146BEE862}" type="presParOf" srcId="{860E708F-86C8-46BB-BAD4-2076705F2AFA}" destId="{45905194-A90E-4227-8A0F-141991608F37}" srcOrd="2" destOrd="0" presId="urn:microsoft.com/office/officeart/2018/5/layout/CenteredIconLabelDescriptionList"/>
    <dgm:cxn modelId="{2E50DB58-41E8-49B2-93DC-BA629E76FDAD}" type="presParOf" srcId="{860E708F-86C8-46BB-BAD4-2076705F2AFA}" destId="{9418D89E-750C-44C0-9281-D99A301CDB78}" srcOrd="3" destOrd="0" presId="urn:microsoft.com/office/officeart/2018/5/layout/CenteredIconLabelDescriptionList"/>
    <dgm:cxn modelId="{B37D9304-8713-4AD4-934B-9C831A2D22B3}" type="presParOf" srcId="{860E708F-86C8-46BB-BAD4-2076705F2AFA}" destId="{1B95546A-B42A-4058-98E9-144A82F2CF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CA14C8-9C6B-442F-87FF-ECF584002D3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97EE84-A93B-4159-8BFA-F1BA9EFC5ADF}">
      <dgm:prSet/>
      <dgm:spPr/>
      <dgm:t>
        <a:bodyPr/>
        <a:lstStyle/>
        <a:p>
          <a:r>
            <a:rPr lang="en-US"/>
            <a:t>Market value of all final goods and services produced within a country during a given period.</a:t>
          </a:r>
        </a:p>
      </dgm:t>
    </dgm:pt>
    <dgm:pt modelId="{312C20D9-8BB1-46CA-ACC7-F4E6113E5CCC}" type="parTrans" cxnId="{43EEAFFC-79B2-4DB5-9085-94BBC24AE6AC}">
      <dgm:prSet/>
      <dgm:spPr/>
      <dgm:t>
        <a:bodyPr/>
        <a:lstStyle/>
        <a:p>
          <a:endParaRPr lang="en-US"/>
        </a:p>
      </dgm:t>
    </dgm:pt>
    <dgm:pt modelId="{FA7582BC-7330-443C-8EDF-50469CF7DFB3}" type="sibTrans" cxnId="{43EEAFFC-79B2-4DB5-9085-94BBC24AE6AC}">
      <dgm:prSet/>
      <dgm:spPr/>
      <dgm:t>
        <a:bodyPr/>
        <a:lstStyle/>
        <a:p>
          <a:endParaRPr lang="en-US"/>
        </a:p>
      </dgm:t>
    </dgm:pt>
    <dgm:pt modelId="{FC615F06-7A17-465D-99AC-8A58869591E0}">
      <dgm:prSet/>
      <dgm:spPr/>
      <dgm:t>
        <a:bodyPr/>
        <a:lstStyle/>
        <a:p>
          <a:r>
            <a:rPr lang="en-US"/>
            <a:t>Key Elements of GDP</a:t>
          </a:r>
        </a:p>
      </dgm:t>
    </dgm:pt>
    <dgm:pt modelId="{D7A844F8-C101-4FCB-BF6F-512E9886614E}" type="parTrans" cxnId="{F69F70AB-F5C2-4E5A-A898-14967DE83DA6}">
      <dgm:prSet/>
      <dgm:spPr/>
      <dgm:t>
        <a:bodyPr/>
        <a:lstStyle/>
        <a:p>
          <a:endParaRPr lang="en-US"/>
        </a:p>
      </dgm:t>
    </dgm:pt>
    <dgm:pt modelId="{84F5BD61-362C-41C4-ACED-E259C0E1F7C8}" type="sibTrans" cxnId="{F69F70AB-F5C2-4E5A-A898-14967DE83DA6}">
      <dgm:prSet/>
      <dgm:spPr/>
      <dgm:t>
        <a:bodyPr/>
        <a:lstStyle/>
        <a:p>
          <a:endParaRPr lang="en-US"/>
        </a:p>
      </dgm:t>
    </dgm:pt>
    <dgm:pt modelId="{7FC49AF1-DFC1-4C27-B67A-E0A971CDFC0D}">
      <dgm:prSet/>
      <dgm:spPr/>
      <dgm:t>
        <a:bodyPr/>
        <a:lstStyle/>
        <a:p>
          <a:r>
            <a:rPr lang="en-US"/>
            <a:t>Market value</a:t>
          </a:r>
        </a:p>
      </dgm:t>
    </dgm:pt>
    <dgm:pt modelId="{05D25632-9ADC-46D4-ACFE-B84A8FA505FC}" type="parTrans" cxnId="{4B3A9CB9-0F4A-4754-A911-4F0C041B81E8}">
      <dgm:prSet/>
      <dgm:spPr/>
      <dgm:t>
        <a:bodyPr/>
        <a:lstStyle/>
        <a:p>
          <a:endParaRPr lang="en-US"/>
        </a:p>
      </dgm:t>
    </dgm:pt>
    <dgm:pt modelId="{4CDBE17C-81C9-4D6B-B9BF-3DBF898CA2DB}" type="sibTrans" cxnId="{4B3A9CB9-0F4A-4754-A911-4F0C041B81E8}">
      <dgm:prSet/>
      <dgm:spPr/>
      <dgm:t>
        <a:bodyPr/>
        <a:lstStyle/>
        <a:p>
          <a:endParaRPr lang="en-US"/>
        </a:p>
      </dgm:t>
    </dgm:pt>
    <dgm:pt modelId="{C477CA5A-239B-4A4E-88AC-09A9C2982F3D}">
      <dgm:prSet/>
      <dgm:spPr/>
      <dgm:t>
        <a:bodyPr/>
        <a:lstStyle/>
        <a:p>
          <a:r>
            <a:rPr lang="en-US"/>
            <a:t>Final goods and services</a:t>
          </a:r>
        </a:p>
      </dgm:t>
    </dgm:pt>
    <dgm:pt modelId="{8E9E5980-D7E3-4583-AD0A-0C7FF416CE95}" type="parTrans" cxnId="{2642B7C4-A978-4050-9567-BD51565FF633}">
      <dgm:prSet/>
      <dgm:spPr/>
      <dgm:t>
        <a:bodyPr/>
        <a:lstStyle/>
        <a:p>
          <a:endParaRPr lang="en-US"/>
        </a:p>
      </dgm:t>
    </dgm:pt>
    <dgm:pt modelId="{5D8EE9DB-0902-40CF-85C3-D17D10439965}" type="sibTrans" cxnId="{2642B7C4-A978-4050-9567-BD51565FF633}">
      <dgm:prSet/>
      <dgm:spPr/>
      <dgm:t>
        <a:bodyPr/>
        <a:lstStyle/>
        <a:p>
          <a:endParaRPr lang="en-US"/>
        </a:p>
      </dgm:t>
    </dgm:pt>
    <dgm:pt modelId="{06620668-B0CB-435F-BA35-80C3A4617707}">
      <dgm:prSet/>
      <dgm:spPr/>
      <dgm:t>
        <a:bodyPr/>
        <a:lstStyle/>
        <a:p>
          <a:r>
            <a:rPr lang="en-US"/>
            <a:t>Produced within national borders</a:t>
          </a:r>
        </a:p>
      </dgm:t>
    </dgm:pt>
    <dgm:pt modelId="{CBFD1B28-A185-416E-B7A2-67E7682CB7BA}" type="parTrans" cxnId="{C991FD1C-35D0-4928-8FF7-A750255F9F0E}">
      <dgm:prSet/>
      <dgm:spPr/>
      <dgm:t>
        <a:bodyPr/>
        <a:lstStyle/>
        <a:p>
          <a:endParaRPr lang="en-US"/>
        </a:p>
      </dgm:t>
    </dgm:pt>
    <dgm:pt modelId="{437EBA1A-F03F-4B57-8C32-78509E249B34}" type="sibTrans" cxnId="{C991FD1C-35D0-4928-8FF7-A750255F9F0E}">
      <dgm:prSet/>
      <dgm:spPr/>
      <dgm:t>
        <a:bodyPr/>
        <a:lstStyle/>
        <a:p>
          <a:endParaRPr lang="en-US"/>
        </a:p>
      </dgm:t>
    </dgm:pt>
    <dgm:pt modelId="{758D9793-133C-4BC7-9F51-5E6C4CE54CD0}">
      <dgm:prSet/>
      <dgm:spPr/>
      <dgm:t>
        <a:bodyPr/>
        <a:lstStyle/>
        <a:p>
          <a:r>
            <a:rPr lang="en-US"/>
            <a:t>Specific time period</a:t>
          </a:r>
        </a:p>
      </dgm:t>
    </dgm:pt>
    <dgm:pt modelId="{C526E056-D7F6-4A8A-A920-43B64B541CCA}" type="parTrans" cxnId="{696A1A9B-0E1C-49D3-A2BD-20E5B534FD40}">
      <dgm:prSet/>
      <dgm:spPr/>
      <dgm:t>
        <a:bodyPr/>
        <a:lstStyle/>
        <a:p>
          <a:endParaRPr lang="en-US"/>
        </a:p>
      </dgm:t>
    </dgm:pt>
    <dgm:pt modelId="{748423DA-2923-4A3B-AF2F-D5201163377E}" type="sibTrans" cxnId="{696A1A9B-0E1C-49D3-A2BD-20E5B534FD40}">
      <dgm:prSet/>
      <dgm:spPr/>
      <dgm:t>
        <a:bodyPr/>
        <a:lstStyle/>
        <a:p>
          <a:endParaRPr lang="en-US"/>
        </a:p>
      </dgm:t>
    </dgm:pt>
    <dgm:pt modelId="{E7AA2775-BDFB-4062-8682-AFE78FBEEED6}" type="pres">
      <dgm:prSet presAssocID="{C2CA14C8-9C6B-442F-87FF-ECF584002D3D}" presName="linear" presStyleCnt="0">
        <dgm:presLayoutVars>
          <dgm:animLvl val="lvl"/>
          <dgm:resizeHandles val="exact"/>
        </dgm:presLayoutVars>
      </dgm:prSet>
      <dgm:spPr/>
    </dgm:pt>
    <dgm:pt modelId="{386263AB-3E36-4502-AD84-CB3758A28C19}" type="pres">
      <dgm:prSet presAssocID="{1A97EE84-A93B-4159-8BFA-F1BA9EFC5AD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D53326-FC09-4AE6-ACDC-C77A96ED89B9}" type="pres">
      <dgm:prSet presAssocID="{FA7582BC-7330-443C-8EDF-50469CF7DFB3}" presName="spacer" presStyleCnt="0"/>
      <dgm:spPr/>
    </dgm:pt>
    <dgm:pt modelId="{E93F5A0A-E905-4DF8-8B05-AFB7EB4F7DB8}" type="pres">
      <dgm:prSet presAssocID="{FC615F06-7A17-465D-99AC-8A58869591E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78E1B0D-8860-4EBA-9938-AA709F6151A5}" type="pres">
      <dgm:prSet presAssocID="{FC615F06-7A17-465D-99AC-8A58869591E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C8B3413-2BC0-47BD-AB96-54538D0E0E04}" type="presOf" srcId="{758D9793-133C-4BC7-9F51-5E6C4CE54CD0}" destId="{878E1B0D-8860-4EBA-9938-AA709F6151A5}" srcOrd="0" destOrd="3" presId="urn:microsoft.com/office/officeart/2005/8/layout/vList2"/>
    <dgm:cxn modelId="{C991FD1C-35D0-4928-8FF7-A750255F9F0E}" srcId="{FC615F06-7A17-465D-99AC-8A58869591E0}" destId="{06620668-B0CB-435F-BA35-80C3A4617707}" srcOrd="2" destOrd="0" parTransId="{CBFD1B28-A185-416E-B7A2-67E7682CB7BA}" sibTransId="{437EBA1A-F03F-4B57-8C32-78509E249B34}"/>
    <dgm:cxn modelId="{585DF67D-8BBC-4129-8134-D469464C09DA}" type="presOf" srcId="{06620668-B0CB-435F-BA35-80C3A4617707}" destId="{878E1B0D-8860-4EBA-9938-AA709F6151A5}" srcOrd="0" destOrd="2" presId="urn:microsoft.com/office/officeart/2005/8/layout/vList2"/>
    <dgm:cxn modelId="{785D8488-4383-4B00-8628-B784523CE70E}" type="presOf" srcId="{FC615F06-7A17-465D-99AC-8A58869591E0}" destId="{E93F5A0A-E905-4DF8-8B05-AFB7EB4F7DB8}" srcOrd="0" destOrd="0" presId="urn:microsoft.com/office/officeart/2005/8/layout/vList2"/>
    <dgm:cxn modelId="{696A1A9B-0E1C-49D3-A2BD-20E5B534FD40}" srcId="{FC615F06-7A17-465D-99AC-8A58869591E0}" destId="{758D9793-133C-4BC7-9F51-5E6C4CE54CD0}" srcOrd="3" destOrd="0" parTransId="{C526E056-D7F6-4A8A-A920-43B64B541CCA}" sibTransId="{748423DA-2923-4A3B-AF2F-D5201163377E}"/>
    <dgm:cxn modelId="{F69F70AB-F5C2-4E5A-A898-14967DE83DA6}" srcId="{C2CA14C8-9C6B-442F-87FF-ECF584002D3D}" destId="{FC615F06-7A17-465D-99AC-8A58869591E0}" srcOrd="1" destOrd="0" parTransId="{D7A844F8-C101-4FCB-BF6F-512E9886614E}" sibTransId="{84F5BD61-362C-41C4-ACED-E259C0E1F7C8}"/>
    <dgm:cxn modelId="{4B3A9CB9-0F4A-4754-A911-4F0C041B81E8}" srcId="{FC615F06-7A17-465D-99AC-8A58869591E0}" destId="{7FC49AF1-DFC1-4C27-B67A-E0A971CDFC0D}" srcOrd="0" destOrd="0" parTransId="{05D25632-9ADC-46D4-ACFE-B84A8FA505FC}" sibTransId="{4CDBE17C-81C9-4D6B-B9BF-3DBF898CA2DB}"/>
    <dgm:cxn modelId="{2A8E38C0-A51E-4F85-8777-F2478D4A41FA}" type="presOf" srcId="{C2CA14C8-9C6B-442F-87FF-ECF584002D3D}" destId="{E7AA2775-BDFB-4062-8682-AFE78FBEEED6}" srcOrd="0" destOrd="0" presId="urn:microsoft.com/office/officeart/2005/8/layout/vList2"/>
    <dgm:cxn modelId="{2642B7C4-A978-4050-9567-BD51565FF633}" srcId="{FC615F06-7A17-465D-99AC-8A58869591E0}" destId="{C477CA5A-239B-4A4E-88AC-09A9C2982F3D}" srcOrd="1" destOrd="0" parTransId="{8E9E5980-D7E3-4583-AD0A-0C7FF416CE95}" sibTransId="{5D8EE9DB-0902-40CF-85C3-D17D10439965}"/>
    <dgm:cxn modelId="{BDF1D3C5-507F-45B3-9411-F9358BC058F3}" type="presOf" srcId="{7FC49AF1-DFC1-4C27-B67A-E0A971CDFC0D}" destId="{878E1B0D-8860-4EBA-9938-AA709F6151A5}" srcOrd="0" destOrd="0" presId="urn:microsoft.com/office/officeart/2005/8/layout/vList2"/>
    <dgm:cxn modelId="{8B1C82DC-919F-4B39-A1D9-EBCAE8E2A923}" type="presOf" srcId="{C477CA5A-239B-4A4E-88AC-09A9C2982F3D}" destId="{878E1B0D-8860-4EBA-9938-AA709F6151A5}" srcOrd="0" destOrd="1" presId="urn:microsoft.com/office/officeart/2005/8/layout/vList2"/>
    <dgm:cxn modelId="{C8BD92FC-AC32-4C5C-BCE2-7A72B07E4D9C}" type="presOf" srcId="{1A97EE84-A93B-4159-8BFA-F1BA9EFC5ADF}" destId="{386263AB-3E36-4502-AD84-CB3758A28C19}" srcOrd="0" destOrd="0" presId="urn:microsoft.com/office/officeart/2005/8/layout/vList2"/>
    <dgm:cxn modelId="{43EEAFFC-79B2-4DB5-9085-94BBC24AE6AC}" srcId="{C2CA14C8-9C6B-442F-87FF-ECF584002D3D}" destId="{1A97EE84-A93B-4159-8BFA-F1BA9EFC5ADF}" srcOrd="0" destOrd="0" parTransId="{312C20D9-8BB1-46CA-ACC7-F4E6113E5CCC}" sibTransId="{FA7582BC-7330-443C-8EDF-50469CF7DFB3}"/>
    <dgm:cxn modelId="{7C6B3A75-ED57-433E-808E-98D734902F22}" type="presParOf" srcId="{E7AA2775-BDFB-4062-8682-AFE78FBEEED6}" destId="{386263AB-3E36-4502-AD84-CB3758A28C19}" srcOrd="0" destOrd="0" presId="urn:microsoft.com/office/officeart/2005/8/layout/vList2"/>
    <dgm:cxn modelId="{B6455EB3-4E68-421F-9BE9-76B01BEBA663}" type="presParOf" srcId="{E7AA2775-BDFB-4062-8682-AFE78FBEEED6}" destId="{42D53326-FC09-4AE6-ACDC-C77A96ED89B9}" srcOrd="1" destOrd="0" presId="urn:microsoft.com/office/officeart/2005/8/layout/vList2"/>
    <dgm:cxn modelId="{62F05F48-ECBE-4A62-A0E7-FB848ACD137E}" type="presParOf" srcId="{E7AA2775-BDFB-4062-8682-AFE78FBEEED6}" destId="{E93F5A0A-E905-4DF8-8B05-AFB7EB4F7DB8}" srcOrd="2" destOrd="0" presId="urn:microsoft.com/office/officeart/2005/8/layout/vList2"/>
    <dgm:cxn modelId="{A250241D-0F86-4A7B-8636-9A5F1E61A185}" type="presParOf" srcId="{E7AA2775-BDFB-4062-8682-AFE78FBEEED6}" destId="{878E1B0D-8860-4EBA-9938-AA709F6151A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A8C57-198F-40DB-96C9-34DC80499744}">
      <dsp:nvSpPr>
        <dsp:cNvPr id="0" name=""/>
        <dsp:cNvSpPr/>
      </dsp:nvSpPr>
      <dsp:spPr>
        <a:xfrm>
          <a:off x="393" y="61243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CEEE2-771C-49BA-A798-42453929F3DB}">
      <dsp:nvSpPr>
        <dsp:cNvPr id="0" name=""/>
        <dsp:cNvSpPr/>
      </dsp:nvSpPr>
      <dsp:spPr>
        <a:xfrm>
          <a:off x="393" y="184543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For Governments</a:t>
          </a:r>
          <a:endParaRPr lang="en-US" sz="3000" kern="1200"/>
        </a:p>
      </dsp:txBody>
      <dsp:txXfrm>
        <a:off x="393" y="1845438"/>
        <a:ext cx="3138750" cy="470812"/>
      </dsp:txXfrm>
    </dsp:sp>
    <dsp:sp modelId="{6A458675-CD5D-48DD-A00B-2B7E2547E1AE}">
      <dsp:nvSpPr>
        <dsp:cNvPr id="0" name=""/>
        <dsp:cNvSpPr/>
      </dsp:nvSpPr>
      <dsp:spPr>
        <a:xfrm>
          <a:off x="393" y="2378780"/>
          <a:ext cx="3138750" cy="1360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Formulate economic policies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Control inflation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unemployment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Promote economic growth </a:t>
          </a:r>
        </a:p>
      </dsp:txBody>
      <dsp:txXfrm>
        <a:off x="393" y="2378780"/>
        <a:ext cx="3138750" cy="1360119"/>
      </dsp:txXfrm>
    </dsp:sp>
    <dsp:sp modelId="{2D5AE040-3C18-49B1-976E-66687B82CF12}">
      <dsp:nvSpPr>
        <dsp:cNvPr id="0" name=""/>
        <dsp:cNvSpPr/>
      </dsp:nvSpPr>
      <dsp:spPr>
        <a:xfrm>
          <a:off x="3688425" y="61243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CE68A-7492-4170-A421-BD6A020A5DB8}">
      <dsp:nvSpPr>
        <dsp:cNvPr id="0" name=""/>
        <dsp:cNvSpPr/>
      </dsp:nvSpPr>
      <dsp:spPr>
        <a:xfrm>
          <a:off x="3688425" y="184543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For Businesses</a:t>
          </a:r>
          <a:endParaRPr lang="en-US" sz="3000" kern="1200"/>
        </a:p>
      </dsp:txBody>
      <dsp:txXfrm>
        <a:off x="3688425" y="1845438"/>
        <a:ext cx="3138750" cy="470812"/>
      </dsp:txXfrm>
    </dsp:sp>
    <dsp:sp modelId="{B9461BD3-16BA-45F4-9418-013442942A0E}">
      <dsp:nvSpPr>
        <dsp:cNvPr id="0" name=""/>
        <dsp:cNvSpPr/>
      </dsp:nvSpPr>
      <dsp:spPr>
        <a:xfrm>
          <a:off x="3688425" y="2378780"/>
          <a:ext cx="3138750" cy="1360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Forecast market demand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 investment decisions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 economic trends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risks </a:t>
          </a:r>
        </a:p>
      </dsp:txBody>
      <dsp:txXfrm>
        <a:off x="3688425" y="2378780"/>
        <a:ext cx="3138750" cy="1360119"/>
      </dsp:txXfrm>
    </dsp:sp>
    <dsp:sp modelId="{EDF221AB-D3EA-40BC-9725-2E24EB25E072}">
      <dsp:nvSpPr>
        <dsp:cNvPr id="0" name=""/>
        <dsp:cNvSpPr/>
      </dsp:nvSpPr>
      <dsp:spPr>
        <a:xfrm>
          <a:off x="7376456" y="61243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5174F-487A-4BC9-ACC1-4D4FED7F11C8}">
      <dsp:nvSpPr>
        <dsp:cNvPr id="0" name=""/>
        <dsp:cNvSpPr/>
      </dsp:nvSpPr>
      <dsp:spPr>
        <a:xfrm>
          <a:off x="7376456" y="184543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For Individuals</a:t>
          </a:r>
          <a:endParaRPr lang="en-US" sz="3000" kern="1200"/>
        </a:p>
      </dsp:txBody>
      <dsp:txXfrm>
        <a:off x="7376456" y="1845438"/>
        <a:ext cx="3138750" cy="470812"/>
      </dsp:txXfrm>
    </dsp:sp>
    <dsp:sp modelId="{EB9FC91B-81DC-44D5-B220-231BB0FA2147}">
      <dsp:nvSpPr>
        <dsp:cNvPr id="0" name=""/>
        <dsp:cNvSpPr/>
      </dsp:nvSpPr>
      <dsp:spPr>
        <a:xfrm>
          <a:off x="7376456" y="2378780"/>
          <a:ext cx="3138750" cy="1360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 income and employment opportunities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 savings and investment decisions</a:t>
          </a:r>
        </a:p>
      </dsp:txBody>
      <dsp:txXfrm>
        <a:off x="7376456" y="2378780"/>
        <a:ext cx="3138750" cy="1360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6E026-F2B0-43D6-810F-32538557058A}">
      <dsp:nvSpPr>
        <dsp:cNvPr id="0" name=""/>
        <dsp:cNvSpPr/>
      </dsp:nvSpPr>
      <dsp:spPr>
        <a:xfrm>
          <a:off x="8092" y="701355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BF6106B-C181-499B-8FBA-C743EB8C066F}">
      <dsp:nvSpPr>
        <dsp:cNvPr id="0" name=""/>
        <dsp:cNvSpPr/>
      </dsp:nvSpPr>
      <dsp:spPr>
        <a:xfrm>
          <a:off x="8092" y="1640256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A. Economic Growth</a:t>
          </a:r>
          <a:endParaRPr lang="en-US" sz="1900" kern="1200"/>
        </a:p>
      </dsp:txBody>
      <dsp:txXfrm>
        <a:off x="8092" y="1640256"/>
        <a:ext cx="2320312" cy="348046"/>
      </dsp:txXfrm>
    </dsp:sp>
    <dsp:sp modelId="{E7A6E999-8313-4799-BAC8-E54D89EE1F57}">
      <dsp:nvSpPr>
        <dsp:cNvPr id="0" name=""/>
        <dsp:cNvSpPr/>
      </dsp:nvSpPr>
      <dsp:spPr>
        <a:xfrm>
          <a:off x="8092" y="2047275"/>
          <a:ext cx="2320312" cy="16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Increase in production of goods and services over time.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Example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Bangladesh's GDP rises from USD 450 billion to USD 500 billion.</a:t>
          </a:r>
          <a:br>
            <a:rPr lang="en-US" sz="1400" kern="1200"/>
          </a:br>
          <a:endParaRPr lang="en-US" sz="1400" kern="1200"/>
        </a:p>
      </dsp:txBody>
      <dsp:txXfrm>
        <a:off x="8092" y="2047275"/>
        <a:ext cx="2320312" cy="1602706"/>
      </dsp:txXfrm>
    </dsp:sp>
    <dsp:sp modelId="{366CC459-E140-453C-B1AB-BAEBA568B98F}">
      <dsp:nvSpPr>
        <dsp:cNvPr id="0" name=""/>
        <dsp:cNvSpPr/>
      </dsp:nvSpPr>
      <dsp:spPr>
        <a:xfrm>
          <a:off x="2734460" y="701355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85C003-5F7E-453B-A3BC-E1E478C233E8}">
      <dsp:nvSpPr>
        <dsp:cNvPr id="0" name=""/>
        <dsp:cNvSpPr/>
      </dsp:nvSpPr>
      <dsp:spPr>
        <a:xfrm>
          <a:off x="2734460" y="1640256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 dirty="0"/>
            <a:t>B.  Employment</a:t>
          </a:r>
          <a:endParaRPr lang="en-US" sz="1900" kern="1200" dirty="0"/>
        </a:p>
      </dsp:txBody>
      <dsp:txXfrm>
        <a:off x="2734460" y="1640256"/>
        <a:ext cx="2320312" cy="348046"/>
      </dsp:txXfrm>
    </dsp:sp>
    <dsp:sp modelId="{18331E44-40DA-4A3B-9677-8F1EB8515E04}">
      <dsp:nvSpPr>
        <dsp:cNvPr id="0" name=""/>
        <dsp:cNvSpPr/>
      </dsp:nvSpPr>
      <dsp:spPr>
        <a:xfrm>
          <a:off x="2734460" y="2047275"/>
          <a:ext cx="2320312" cy="16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Ensuring everyone willing and able to work can find jobs.</a:t>
          </a:r>
        </a:p>
      </dsp:txBody>
      <dsp:txXfrm>
        <a:off x="2734460" y="2047275"/>
        <a:ext cx="2320312" cy="1602706"/>
      </dsp:txXfrm>
    </dsp:sp>
    <dsp:sp modelId="{FDD1E01E-A982-4D18-9A42-7056C3AF9965}">
      <dsp:nvSpPr>
        <dsp:cNvPr id="0" name=""/>
        <dsp:cNvSpPr/>
      </dsp:nvSpPr>
      <dsp:spPr>
        <a:xfrm>
          <a:off x="5460827" y="701355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AE95F1-6BA8-485B-9575-5535275C809B}">
      <dsp:nvSpPr>
        <dsp:cNvPr id="0" name=""/>
        <dsp:cNvSpPr/>
      </dsp:nvSpPr>
      <dsp:spPr>
        <a:xfrm>
          <a:off x="5460827" y="1640256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C. Price Stability</a:t>
          </a:r>
          <a:endParaRPr lang="en-US" sz="1900" kern="1200"/>
        </a:p>
      </dsp:txBody>
      <dsp:txXfrm>
        <a:off x="5460827" y="1640256"/>
        <a:ext cx="2320312" cy="348046"/>
      </dsp:txXfrm>
    </dsp:sp>
    <dsp:sp modelId="{0DA080F6-A087-4E0A-9B67-0AF3EA36B9CB}">
      <dsp:nvSpPr>
        <dsp:cNvPr id="0" name=""/>
        <dsp:cNvSpPr/>
      </dsp:nvSpPr>
      <dsp:spPr>
        <a:xfrm>
          <a:off x="5460827" y="2047275"/>
          <a:ext cx="2320312" cy="16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Maintaining low and stable inflation.</a:t>
          </a:r>
        </a:p>
      </dsp:txBody>
      <dsp:txXfrm>
        <a:off x="5460827" y="2047275"/>
        <a:ext cx="2320312" cy="1602706"/>
      </dsp:txXfrm>
    </dsp:sp>
    <dsp:sp modelId="{0CCDB1EB-9004-444B-9580-37F3716C1C65}">
      <dsp:nvSpPr>
        <dsp:cNvPr id="0" name=""/>
        <dsp:cNvSpPr/>
      </dsp:nvSpPr>
      <dsp:spPr>
        <a:xfrm>
          <a:off x="8187194" y="701355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9756022-19BA-47D5-BF18-A0E2B5F2DF63}">
      <dsp:nvSpPr>
        <dsp:cNvPr id="0" name=""/>
        <dsp:cNvSpPr/>
      </dsp:nvSpPr>
      <dsp:spPr>
        <a:xfrm>
          <a:off x="8187194" y="1640256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D. External Stability</a:t>
          </a:r>
          <a:endParaRPr lang="en-US" sz="1900" kern="1200"/>
        </a:p>
      </dsp:txBody>
      <dsp:txXfrm>
        <a:off x="8187194" y="1640256"/>
        <a:ext cx="2320312" cy="348046"/>
      </dsp:txXfrm>
    </dsp:sp>
    <dsp:sp modelId="{5C8E2E5A-3300-4764-B5CE-F43B9584A2D9}">
      <dsp:nvSpPr>
        <dsp:cNvPr id="0" name=""/>
        <dsp:cNvSpPr/>
      </dsp:nvSpPr>
      <dsp:spPr>
        <a:xfrm>
          <a:off x="8187194" y="2047275"/>
          <a:ext cx="2320312" cy="16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Maintaining balanced international trade and stable exchange rates.</a:t>
          </a:r>
        </a:p>
      </dsp:txBody>
      <dsp:txXfrm>
        <a:off x="8187194" y="2047275"/>
        <a:ext cx="2320312" cy="1602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C1C2B-77D9-46AA-BEAB-6D8190A107CF}">
      <dsp:nvSpPr>
        <dsp:cNvPr id="0" name=""/>
        <dsp:cNvSpPr/>
      </dsp:nvSpPr>
      <dsp:spPr>
        <a:xfrm>
          <a:off x="4621" y="559306"/>
          <a:ext cx="4040906" cy="3232725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3340" rIns="570217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Businesses do not operate in isolation. Their performance depends on the broader economic environment.</a:t>
          </a:r>
        </a:p>
      </dsp:txBody>
      <dsp:txXfrm>
        <a:off x="4621" y="559306"/>
        <a:ext cx="3636815" cy="3232725"/>
      </dsp:txXfrm>
    </dsp:sp>
    <dsp:sp modelId="{17C754AB-32BA-4BC7-80AB-74818CEBC6E6}">
      <dsp:nvSpPr>
        <dsp:cNvPr id="0" name=""/>
        <dsp:cNvSpPr/>
      </dsp:nvSpPr>
      <dsp:spPr>
        <a:xfrm>
          <a:off x="3237346" y="559306"/>
          <a:ext cx="4040906" cy="3232725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3340" rIns="142554" bIns="5334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Macroeconomic conditions affect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Consumer purchasing power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Production costs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Demand for products and services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Access to financing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Investment opportunities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International competitiveness </a:t>
          </a:r>
        </a:p>
      </dsp:txBody>
      <dsp:txXfrm>
        <a:off x="4045527" y="559306"/>
        <a:ext cx="2424544" cy="3232725"/>
      </dsp:txXfrm>
    </dsp:sp>
    <dsp:sp modelId="{43A45428-6F58-494C-B59C-6055BCF66E31}">
      <dsp:nvSpPr>
        <dsp:cNvPr id="0" name=""/>
        <dsp:cNvSpPr/>
      </dsp:nvSpPr>
      <dsp:spPr>
        <a:xfrm>
          <a:off x="6470072" y="559306"/>
          <a:ext cx="4040906" cy="3232725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3340" rIns="142554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Understanding macroeconomic trends helps firms anticipate changes and make better decisions.</a:t>
          </a:r>
        </a:p>
      </dsp:txBody>
      <dsp:txXfrm>
        <a:off x="7278253" y="559306"/>
        <a:ext cx="2424544" cy="3232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E599B-7A17-44D7-ABA7-C641741B7F16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C2E4A-D9A7-4AAA-A292-3920E4B28B47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ED281-D1BE-4155-885A-08563A312842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More production </a:t>
          </a:r>
        </a:p>
      </dsp:txBody>
      <dsp:txXfrm>
        <a:off x="100682" y="2684598"/>
        <a:ext cx="2370489" cy="720000"/>
      </dsp:txXfrm>
    </dsp:sp>
    <dsp:sp modelId="{F39F589C-BF6E-4A88-9426-A73C1D14213A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D47C9-F2A6-4778-B0DC-8822284EA57F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07FD7-359A-48A8-A5FD-8F65C9081F9D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Higher income </a:t>
          </a:r>
        </a:p>
      </dsp:txBody>
      <dsp:txXfrm>
        <a:off x="2886007" y="2684598"/>
        <a:ext cx="2370489" cy="720000"/>
      </dsp:txXfrm>
    </dsp:sp>
    <dsp:sp modelId="{C12CEEEF-41C4-4DAD-B359-00574929FBF6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1C3E3-40C4-4918-8AD1-53BB855127EE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7D757-93E0-4E25-82AF-FD3C255AC7CA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More employment </a:t>
          </a:r>
        </a:p>
      </dsp:txBody>
      <dsp:txXfrm>
        <a:off x="5671332" y="2684598"/>
        <a:ext cx="2370489" cy="720000"/>
      </dsp:txXfrm>
    </dsp:sp>
    <dsp:sp modelId="{10F1B83F-7D6D-4320-A096-9B98F27AAD3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5047E-1DEF-48F1-AF7C-9E0CBCE026A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E15D1-EC3F-4FF8-B16F-4422C8BA5C17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Better living standards</a:t>
          </a:r>
        </a:p>
      </dsp:txBody>
      <dsp:txXfrm>
        <a:off x="8456657" y="2684598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780D7-FB4D-4FC8-8CF9-9F73FAA3B82A}">
      <dsp:nvSpPr>
        <dsp:cNvPr id="0" name=""/>
        <dsp:cNvSpPr/>
      </dsp:nvSpPr>
      <dsp:spPr>
        <a:xfrm>
          <a:off x="2169914" y="28762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28095-2787-4B47-9FCC-2D986A111993}">
      <dsp:nvSpPr>
        <dsp:cNvPr id="0" name=""/>
        <dsp:cNvSpPr/>
      </dsp:nvSpPr>
      <dsp:spPr>
        <a:xfrm>
          <a:off x="765914" y="1955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A system used to measure total economic activity.</a:t>
          </a:r>
        </a:p>
      </dsp:txBody>
      <dsp:txXfrm>
        <a:off x="765914" y="1955181"/>
        <a:ext cx="4320000" cy="648000"/>
      </dsp:txXfrm>
    </dsp:sp>
    <dsp:sp modelId="{8DBA17FE-8659-4ADF-9985-B510219BE0C3}">
      <dsp:nvSpPr>
        <dsp:cNvPr id="0" name=""/>
        <dsp:cNvSpPr/>
      </dsp:nvSpPr>
      <dsp:spPr>
        <a:xfrm>
          <a:off x="765914" y="2675532"/>
          <a:ext cx="4320000" cy="1229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610EE9-B217-4CE2-AF23-669A0BF17C50}">
      <dsp:nvSpPr>
        <dsp:cNvPr id="0" name=""/>
        <dsp:cNvSpPr/>
      </dsp:nvSpPr>
      <dsp:spPr>
        <a:xfrm>
          <a:off x="7245914" y="28762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05194-A90E-4227-8A0F-141991608F37}">
      <dsp:nvSpPr>
        <dsp:cNvPr id="0" name=""/>
        <dsp:cNvSpPr/>
      </dsp:nvSpPr>
      <dsp:spPr>
        <a:xfrm>
          <a:off x="5841914" y="1955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Purposes</a:t>
          </a:r>
        </a:p>
      </dsp:txBody>
      <dsp:txXfrm>
        <a:off x="5841914" y="1955181"/>
        <a:ext cx="4320000" cy="648000"/>
      </dsp:txXfrm>
    </dsp:sp>
    <dsp:sp modelId="{1B95546A-B42A-4058-98E9-144A82F2CFBB}">
      <dsp:nvSpPr>
        <dsp:cNvPr id="0" name=""/>
        <dsp:cNvSpPr/>
      </dsp:nvSpPr>
      <dsp:spPr>
        <a:xfrm>
          <a:off x="5841914" y="2675532"/>
          <a:ext cx="4320000" cy="1229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Assess economic performance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Compare countries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Formulate policies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Evaluate living standards</a:t>
          </a:r>
        </a:p>
      </dsp:txBody>
      <dsp:txXfrm>
        <a:off x="5841914" y="2675532"/>
        <a:ext cx="4320000" cy="12296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263AB-3E36-4502-AD84-CB3758A28C19}">
      <dsp:nvSpPr>
        <dsp:cNvPr id="0" name=""/>
        <dsp:cNvSpPr/>
      </dsp:nvSpPr>
      <dsp:spPr>
        <a:xfrm>
          <a:off x="0" y="60079"/>
          <a:ext cx="6666833" cy="17596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Market value of all final goods and services produced within a country during a given period.</a:t>
          </a:r>
        </a:p>
      </dsp:txBody>
      <dsp:txXfrm>
        <a:off x="85900" y="145979"/>
        <a:ext cx="6495033" cy="1587880"/>
      </dsp:txXfrm>
    </dsp:sp>
    <dsp:sp modelId="{E93F5A0A-E905-4DF8-8B05-AFB7EB4F7DB8}">
      <dsp:nvSpPr>
        <dsp:cNvPr id="0" name=""/>
        <dsp:cNvSpPr/>
      </dsp:nvSpPr>
      <dsp:spPr>
        <a:xfrm>
          <a:off x="0" y="1911919"/>
          <a:ext cx="6666833" cy="17596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Key Elements of GDP</a:t>
          </a:r>
        </a:p>
      </dsp:txBody>
      <dsp:txXfrm>
        <a:off x="85900" y="1997819"/>
        <a:ext cx="6495033" cy="1587880"/>
      </dsp:txXfrm>
    </dsp:sp>
    <dsp:sp modelId="{878E1B0D-8860-4EBA-9938-AA709F6151A5}">
      <dsp:nvSpPr>
        <dsp:cNvPr id="0" name=""/>
        <dsp:cNvSpPr/>
      </dsp:nvSpPr>
      <dsp:spPr>
        <a:xfrm>
          <a:off x="0" y="3671600"/>
          <a:ext cx="6666833" cy="172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Market value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Final goods and services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Produced within national borders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Specific time period</a:t>
          </a:r>
        </a:p>
      </dsp:txBody>
      <dsp:txXfrm>
        <a:off x="0" y="3671600"/>
        <a:ext cx="6666833" cy="172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D727-FF42-23FF-D7BF-194C1E74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A3763-33C7-A128-B545-62606C4F9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0CD2-52E4-2201-A1EE-E50CD51F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BE86F-0BB6-CA27-3595-E0BA10E6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E34D2-3A03-4733-C2B9-54E99151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8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783F-A759-55D3-1683-9A8455BA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0CB9-1F8A-4420-334A-499A6C9C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746FB-887C-6765-E1D6-FEAB0332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AC102-E018-70A2-C37E-4166FB2A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4B21B-9474-53E0-4CC2-3866694D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88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A612-7FD0-1983-5C6D-33631D5B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46CB1-863E-4104-7EBA-476D0D95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D1B2-854C-BCDC-D9DB-DFEE810A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87CE8-6A98-D22B-FDDF-8E9C8C9D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0D202-CA39-7A13-B5C2-085492B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6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523E-5AD1-88B6-9DDE-F2AC763D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EF86-F93C-0F13-8056-F26743885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85C97-B7EB-0667-DDEF-229A1B1EA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B83AF-E9E6-C9DC-A635-C281191D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5B6A0-22FF-5185-60F3-17EDB985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A402B-B813-286A-4514-AD444B13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2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AC79-E779-87B3-1FC3-1603B938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A4C9E-3BA9-CE80-B9E0-FD9EEC753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64BC7-6376-B140-6BD6-4AFEE65AC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21201-4017-7E26-427F-4E97A3500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1F3B1-34A4-7E0F-6AA3-5633A330C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EA5CB-A866-B51C-92C2-4584DEB8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6F084-425D-B71A-FFDE-0FEE207A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19FC5-830F-ED67-C363-32358A14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A1A4A-7B9E-77DD-4D75-53F6F215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67BDA-7278-611B-3373-28CE0C9C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5D81B-0BE7-07C4-DBD0-BBCA5ED2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99834-D1CB-F009-F538-6A5934F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2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C4F89-98EE-27B9-5560-4A401B26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C19F7-2A2B-6124-BB91-99BEE195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07231-D21E-7B82-B7A0-177F989C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4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59BF-9AAB-B6B3-78A5-A4145B1F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3748-1187-E386-38F5-F3C37E1CD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9EFA3-4446-FB13-C4EE-7C9075A18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3DA3E-506A-DE4A-0761-35359325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1E0AB-4649-83FB-6E10-EF1327A3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826A-869A-A898-F549-335692DA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6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73EF-CC58-ACB5-45C6-9A51ABB4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F7EC4-A083-8A2C-58B7-E60F661E6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D88ED-D60F-9DA5-1FAC-EB96124C9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AFEC1-7C61-E1C8-CDB3-483BDF3E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A8770-5F26-F2A4-0E0C-D8AD2A3F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BED8-003C-3124-39B1-E50FD8DC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CFB0-C8BB-34ED-E9E3-5682EB97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F9ADE-D900-E90F-059C-BA008060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E9DE1-93AC-AA1C-DE18-A211E650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6CEAC-61E1-97E9-417A-463ABAF0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FA27C-08BC-0729-E430-CD76A9ED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0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A1152-41A3-C64A-F392-8808E19FA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1E542-2F1B-BA9D-2B50-921414D8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019FE-FA69-D9B7-F73A-C4EAC3E9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2A72C-DED1-4772-6EF0-34294B53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80733-03C2-02D4-9D54-8CA4CA86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6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92C65-229B-90B1-0CE4-1D4121AA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E8374-E4F1-2720-EF6B-BFCA04AC3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7114B-EF48-6763-2A86-BF4BA87BC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8E8C3-20C8-43BF-9BBE-587011FBDC9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08F8E-8C9C-2FC1-21B1-81C734B02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66665-29A4-45E8-912E-14923C3BA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6451F-589A-445B-81FE-21382D0D4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7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636854-C3E3-534C-B7D2-CD355C610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Introduction to Macro Economics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3BDD3-9590-1F1D-8119-875F88E5C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Professor Syed A. Mamun, PhD, FCMA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Professor of Finance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Department of ESS</a:t>
            </a:r>
          </a:p>
        </p:txBody>
      </p:sp>
    </p:spTree>
    <p:extLst>
      <p:ext uri="{BB962C8B-B14F-4D97-AF65-F5344CB8AC3E}">
        <p14:creationId xmlns:p14="http://schemas.microsoft.com/office/powerpoint/2010/main" val="317648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C5700-4910-702E-50A0-634F7D84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Economics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BD6EE-1B95-D4C2-6FFF-4DD3072D7CBA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Economics is the study of how individuals, businesses, and governments allocate scarce resources to satisfy unlimited wants.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Economics is broadly divided into two branches: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47FA60-FFD4-CD8B-DA4E-495FCAC01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870669"/>
              </p:ext>
            </p:extLst>
          </p:nvPr>
        </p:nvGraphicFramePr>
        <p:xfrm>
          <a:off x="5911532" y="3179262"/>
          <a:ext cx="5150278" cy="232423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832200">
                  <a:extLst>
                    <a:ext uri="{9D8B030D-6E8A-4147-A177-3AD203B41FA5}">
                      <a16:colId xmlns:a16="http://schemas.microsoft.com/office/drawing/2014/main" val="1164284205"/>
                    </a:ext>
                  </a:extLst>
                </a:gridCol>
                <a:gridCol w="2318078">
                  <a:extLst>
                    <a:ext uri="{9D8B030D-6E8A-4147-A177-3AD203B41FA5}">
                      <a16:colId xmlns:a16="http://schemas.microsoft.com/office/drawing/2014/main" val="3576271035"/>
                    </a:ext>
                  </a:extLst>
                </a:gridCol>
              </a:tblGrid>
              <a:tr h="38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Microeconomics</a:t>
                      </a:r>
                    </a:p>
                  </a:txBody>
                  <a:tcPr marL="106641" marR="82032" marT="82032" marB="82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Macroeconomics</a:t>
                      </a:r>
                    </a:p>
                  </a:txBody>
                  <a:tcPr marL="106641" marR="82032" marT="82032" marB="82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847839"/>
                  </a:ext>
                </a:extLst>
              </a:tr>
              <a:tr h="579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Studies individual consumers, firms, and markets</a:t>
                      </a:r>
                    </a:p>
                  </a:txBody>
                  <a:tcPr marL="106641" marR="82032" marT="82032" marB="82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Studies the economy as a whole</a:t>
                      </a:r>
                    </a:p>
                  </a:txBody>
                  <a:tcPr marL="106641" marR="82032" marT="82032" marB="82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281903"/>
                  </a:ext>
                </a:extLst>
              </a:tr>
              <a:tr h="38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Price of a product</a:t>
                      </a:r>
                    </a:p>
                  </a:txBody>
                  <a:tcPr marL="106641" marR="82032" marT="82032" marB="82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General price level (inflation)</a:t>
                      </a:r>
                    </a:p>
                  </a:txBody>
                  <a:tcPr marL="106641" marR="82032" marT="82032" marB="82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35247"/>
                  </a:ext>
                </a:extLst>
              </a:tr>
              <a:tr h="38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Demand and supply of a product</a:t>
                      </a:r>
                    </a:p>
                  </a:txBody>
                  <a:tcPr marL="106641" marR="82032" marT="82032" marB="82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National income and output</a:t>
                      </a:r>
                    </a:p>
                  </a:txBody>
                  <a:tcPr marL="106641" marR="82032" marT="82032" marB="82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314525"/>
                  </a:ext>
                </a:extLst>
              </a:tr>
              <a:tr h="579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Individual firm decisions</a:t>
                      </a:r>
                    </a:p>
                  </a:txBody>
                  <a:tcPr marL="106641" marR="82032" marT="82032" marB="82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Government economic policies</a:t>
                      </a:r>
                    </a:p>
                  </a:txBody>
                  <a:tcPr marL="106641" marR="82032" marT="82032" marB="82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7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09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F3100-9918-E17D-9C36-741F75FE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A2A7-5237-00E2-3263-797C1E69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Microeconomics:</a:t>
            </a:r>
            <a:r>
              <a:rPr lang="en-US" sz="2000" dirty="0"/>
              <a:t> Why did the price of rice increase?</a:t>
            </a:r>
          </a:p>
          <a:p>
            <a:r>
              <a:rPr lang="en-US" sz="2000" b="1" dirty="0"/>
              <a:t>Macroeconomics:</a:t>
            </a:r>
            <a:r>
              <a:rPr lang="en-US" sz="2000" dirty="0"/>
              <a:t> Why is the overall inflation rate increasing in Bangladesh?</a:t>
            </a:r>
          </a:p>
          <a:p>
            <a:endParaRPr lang="en-US" sz="2000" dirty="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623170D7-F390-9171-1AB2-6895F2E11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75953-C84B-69E1-9628-037343D6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macro 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CA5E4-D884-B70E-DA10-CB9C99592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 dirty="0"/>
              <a:t>According to economist N. Gregory Mankiw:</a:t>
            </a:r>
          </a:p>
          <a:p>
            <a:pPr marL="0" indent="0">
              <a:buNone/>
            </a:pPr>
            <a:r>
              <a:rPr lang="en-US" sz="1900" dirty="0"/>
              <a:t>"Macroeconomics is the study of economy-wide phenomena including inflation, unemployment, and economic growth."</a:t>
            </a:r>
          </a:p>
          <a:p>
            <a:r>
              <a:rPr lang="en-US" sz="1900" dirty="0"/>
              <a:t>Macroeconomics is the branch of economics that studies the behavior and performance of the economy as a whole.</a:t>
            </a:r>
          </a:p>
          <a:p>
            <a:r>
              <a:rPr lang="en-US" sz="1900" dirty="0"/>
              <a:t>The term "macro" comes from the Greek word meaning "large."</a:t>
            </a:r>
          </a:p>
          <a:p>
            <a:r>
              <a:rPr lang="en-US" sz="1900" dirty="0"/>
              <a:t>Macroeconomics focuses on aggregate variables such as:</a:t>
            </a:r>
          </a:p>
          <a:p>
            <a:pPr lvl="1"/>
            <a:r>
              <a:rPr lang="en-US" sz="1900" dirty="0"/>
              <a:t>National income </a:t>
            </a:r>
          </a:p>
          <a:p>
            <a:pPr lvl="1"/>
            <a:r>
              <a:rPr lang="en-US" sz="1900" dirty="0"/>
              <a:t>Gross Domestic Product (GDP) </a:t>
            </a:r>
          </a:p>
          <a:p>
            <a:pPr lvl="1"/>
            <a:r>
              <a:rPr lang="en-US" sz="1900" dirty="0"/>
              <a:t>Inflation </a:t>
            </a:r>
          </a:p>
          <a:p>
            <a:pPr lvl="1"/>
            <a:r>
              <a:rPr lang="en-US" sz="1900" dirty="0"/>
              <a:t>Unemployment </a:t>
            </a:r>
          </a:p>
          <a:p>
            <a:pPr lvl="1"/>
            <a:r>
              <a:rPr lang="en-US" sz="1900" dirty="0"/>
              <a:t>Economic growth </a:t>
            </a:r>
          </a:p>
          <a:p>
            <a:pPr lvl="1"/>
            <a:r>
              <a:rPr lang="en-US" sz="1900" dirty="0"/>
              <a:t>Interest rates </a:t>
            </a:r>
          </a:p>
          <a:p>
            <a:pPr lvl="1"/>
            <a:r>
              <a:rPr lang="en-US" sz="1900" dirty="0"/>
              <a:t>Government expenditure </a:t>
            </a:r>
          </a:p>
          <a:p>
            <a:pPr lvl="1"/>
            <a:r>
              <a:rPr lang="en-US" sz="1900" dirty="0"/>
              <a:t>International trade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92202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722A-D835-0BB6-5B6E-BE6C69A9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Macroeconomics?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A0747BD-B78E-8FC6-A1EE-3D05802D21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22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06BAE9-411E-2F81-7499-B13ED633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530" b="13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FE0530-95E0-C41B-FA50-19818995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are the major Macroeconomic Goals?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EA12A6-2893-5509-F60F-65E0309DD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7439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142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AAAF31-9D18-EA93-401D-E3AA80103E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DB312E-438B-8F66-4B15-842CCED1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Why Macroeconomics Matters to Businesses</a:t>
            </a:r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C4085D8-1C43-FC85-1ECB-1BCCCD4F49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0258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0353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411E153-7759-080D-2949-5F758604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Gross Domestic Product (DGP)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Factory">
            <a:extLst>
              <a:ext uri="{FF2B5EF4-FFF2-40B4-BE49-F238E27FC236}">
                <a16:creationId xmlns:a16="http://schemas.microsoft.com/office/drawing/2014/main" id="{881FE2B4-917F-E78C-76A7-F8D713DC2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6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FC389-78C9-F366-EF50-0F8BA3B4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Is the Bangladesh economy growing?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185F5844-C703-A080-9B9A-9F2CC7A85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0246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506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7EE30-AB0D-C974-A8BD-C22B56F7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National Income Accounting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7A838B-55B2-12C5-47D3-C6921803B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03639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3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FA19A9-A515-3D55-70C2-E9144952B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578" y="1708966"/>
            <a:ext cx="9664846" cy="32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4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329D84-A41C-92B6-C05B-154EEBB9F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88770"/>
            <a:ext cx="10905066" cy="3680458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7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86B53-AA54-B4B6-52B6-C96C5527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GDP and its Key Element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EEED2E-498E-6C65-36E1-476A46EA9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75849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49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F31DF-3BC7-59B8-5D64-374E8E4A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5A3C3-6CF3-3C91-4566-8ED70A20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Circular Flow and GDP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1140BE-BFAE-FFF5-507F-8E8694E60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16"/>
          <a:stretch>
            <a:fillRect/>
          </a:stretch>
        </p:blipFill>
        <p:spPr>
          <a:xfrm>
            <a:off x="4502428" y="737156"/>
            <a:ext cx="7225748" cy="53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451A0-F50F-D134-69EC-A751D3B7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Circular Flow and GDP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E5E84-6D62-B446-7836-5F0A804D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Households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Supply factors of production 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Receive income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Firms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Produce goods and services 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Pay wages, rent, interest, profit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Flow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Production → Income → Expenditure → Production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Important identity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Total Production = Total Income = Total Expenditure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428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2C78-7930-B99C-8FAE-42EB3E14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GDP: Expenditure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20AB2-4986-188C-2A95-BE7F7438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732"/>
            <a:ext cx="10515600" cy="45912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GDP = C + I + G + (X − M)</a:t>
            </a:r>
          </a:p>
          <a:p>
            <a:r>
              <a:rPr lang="en-US" dirty="0"/>
              <a:t>C = Consumption</a:t>
            </a:r>
          </a:p>
          <a:p>
            <a:pPr lvl="1"/>
            <a:r>
              <a:rPr lang="en-US" dirty="0"/>
              <a:t>Household spending on durable goods, nondurable goods, and services.</a:t>
            </a:r>
          </a:p>
          <a:p>
            <a:r>
              <a:rPr lang="en-US" dirty="0"/>
              <a:t>I = Investment</a:t>
            </a:r>
          </a:p>
          <a:p>
            <a:pPr lvl="1"/>
            <a:r>
              <a:rPr lang="en-US" dirty="0"/>
              <a:t>Business fixed investment</a:t>
            </a:r>
          </a:p>
          <a:p>
            <a:pPr lvl="1"/>
            <a:r>
              <a:rPr lang="en-US" dirty="0"/>
              <a:t>Residential construction</a:t>
            </a:r>
          </a:p>
          <a:p>
            <a:pPr lvl="1"/>
            <a:r>
              <a:rPr lang="en-US" dirty="0"/>
              <a:t>Inventory investment</a:t>
            </a:r>
          </a:p>
          <a:p>
            <a:r>
              <a:rPr lang="en-US" dirty="0"/>
              <a:t>G = Government Purchases</a:t>
            </a:r>
          </a:p>
          <a:p>
            <a:pPr lvl="1"/>
            <a:r>
              <a:rPr lang="en-US" dirty="0"/>
              <a:t>Spending by all levels of government on goods and services.</a:t>
            </a:r>
          </a:p>
          <a:p>
            <a:pPr lvl="1"/>
            <a:r>
              <a:rPr lang="en-US" dirty="0"/>
              <a:t>Transfer payments excluded.</a:t>
            </a:r>
          </a:p>
          <a:p>
            <a:r>
              <a:rPr lang="en-US" dirty="0"/>
              <a:t>X−M = Net Exports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53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F930B-A0A0-7164-4A02-14948B0B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US" sz="4000" dirty="0"/>
              <a:t>Calculation of GDP: Expenditure Approach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DC8D21-1BA7-FE89-CD98-00C5F1EA0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881737"/>
              </p:ext>
            </p:extLst>
          </p:nvPr>
        </p:nvGraphicFramePr>
        <p:xfrm>
          <a:off x="1250830" y="2123992"/>
          <a:ext cx="9690340" cy="3872130"/>
        </p:xfrm>
        <a:graphic>
          <a:graphicData uri="http://schemas.openxmlformats.org/drawingml/2006/table">
            <a:tbl>
              <a:tblPr firstRow="1" bandRow="1"/>
              <a:tblGrid>
                <a:gridCol w="6462698">
                  <a:extLst>
                    <a:ext uri="{9D8B030D-6E8A-4147-A177-3AD203B41FA5}">
                      <a16:colId xmlns:a16="http://schemas.microsoft.com/office/drawing/2014/main" val="433671841"/>
                    </a:ext>
                  </a:extLst>
                </a:gridCol>
                <a:gridCol w="3227642">
                  <a:extLst>
                    <a:ext uri="{9D8B030D-6E8A-4147-A177-3AD203B41FA5}">
                      <a16:colId xmlns:a16="http://schemas.microsoft.com/office/drawing/2014/main" val="3384012653"/>
                    </a:ext>
                  </a:extLst>
                </a:gridCol>
              </a:tblGrid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Component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Tk. Billion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614468"/>
                  </a:ext>
                </a:extLst>
              </a:tr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Consumption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700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312103"/>
                  </a:ext>
                </a:extLst>
              </a:tr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Investment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200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713083"/>
                  </a:ext>
                </a:extLst>
              </a:tr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Government Spending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150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511783"/>
                  </a:ext>
                </a:extLst>
              </a:tr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Exports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100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7397"/>
                  </a:ext>
                </a:extLst>
              </a:tr>
              <a:tr h="64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Imports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50</a:t>
                      </a:r>
                    </a:p>
                  </a:txBody>
                  <a:tcPr marL="146671" marR="146671" marT="73336" marB="73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243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52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8B0054-25DA-BD86-73BA-A18A5567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Measuring GDP Using Income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BD1A4-AC4C-B6D8-E069-BB827FBD52ED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GDP can also be measured by summing incomes earned.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Formula: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GDP = Wages + Rent + Interest + Profit + Indirect Taxes + Depreciation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7439E3-B862-EB10-987B-5A628B2B81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741029"/>
              </p:ext>
            </p:extLst>
          </p:nvPr>
        </p:nvGraphicFramePr>
        <p:xfrm>
          <a:off x="6803647" y="1421089"/>
          <a:ext cx="4730215" cy="401582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{3B4B98B0-60AC-42C2-AFA5-B58CD77FA1E5}</a:tableStyleId>
              </a:tblPr>
              <a:tblGrid>
                <a:gridCol w="1639761">
                  <a:extLst>
                    <a:ext uri="{9D8B030D-6E8A-4147-A177-3AD203B41FA5}">
                      <a16:colId xmlns:a16="http://schemas.microsoft.com/office/drawing/2014/main" val="2353311005"/>
                    </a:ext>
                  </a:extLst>
                </a:gridCol>
                <a:gridCol w="3090454">
                  <a:extLst>
                    <a:ext uri="{9D8B030D-6E8A-4147-A177-3AD203B41FA5}">
                      <a16:colId xmlns:a16="http://schemas.microsoft.com/office/drawing/2014/main" val="3277346328"/>
                    </a:ext>
                  </a:extLst>
                </a:gridCol>
              </a:tblGrid>
              <a:tr h="109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Income Type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360685"/>
                  </a:ext>
                </a:extLst>
              </a:tr>
              <a:tr h="731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Wages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Salaries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712966"/>
                  </a:ext>
                </a:extLst>
              </a:tr>
              <a:tr h="731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Rent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Property income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760119"/>
                  </a:ext>
                </a:extLst>
              </a:tr>
              <a:tr h="731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Interest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Loans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463221"/>
                  </a:ext>
                </a:extLst>
              </a:tr>
              <a:tr h="731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Profit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Business earnings</a:t>
                      </a:r>
                    </a:p>
                  </a:txBody>
                  <a:tcPr marL="200791" marR="242481" marT="154455" marB="1544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52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188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3FBDF2-0265-125E-6D45-B0EB822D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Calculation of GDP: Income Approach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377BEE4-F758-7276-F8F8-7AE1EBC73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767603"/>
              </p:ext>
            </p:extLst>
          </p:nvPr>
        </p:nvGraphicFramePr>
        <p:xfrm>
          <a:off x="5508557" y="600696"/>
          <a:ext cx="5322571" cy="5666232"/>
        </p:xfrm>
        <a:graphic>
          <a:graphicData uri="http://schemas.openxmlformats.org/drawingml/2006/table">
            <a:tbl>
              <a:tblPr firstRow="1" bandRow="1"/>
              <a:tblGrid>
                <a:gridCol w="2929044">
                  <a:extLst>
                    <a:ext uri="{9D8B030D-6E8A-4147-A177-3AD203B41FA5}">
                      <a16:colId xmlns:a16="http://schemas.microsoft.com/office/drawing/2014/main" val="3772863285"/>
                    </a:ext>
                  </a:extLst>
                </a:gridCol>
                <a:gridCol w="2393527">
                  <a:extLst>
                    <a:ext uri="{9D8B030D-6E8A-4147-A177-3AD203B41FA5}">
                      <a16:colId xmlns:a16="http://schemas.microsoft.com/office/drawing/2014/main" val="3104091863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Component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Tk. Billion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12080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Wages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500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8748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Rent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80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554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Interest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70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27765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Profit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200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114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Depreciation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100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240163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Taxes less Subsidies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50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74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133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656</Words>
  <Application>Microsoft Office PowerPoint</Application>
  <PresentationFormat>Widescreen</PresentationFormat>
  <Paragraphs>155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Introduction to Macro Economics</vt:lpstr>
      <vt:lpstr>What is Economics </vt:lpstr>
      <vt:lpstr>Example</vt:lpstr>
      <vt:lpstr>What is macro economics?</vt:lpstr>
      <vt:lpstr>Why Study Macroeconomics?</vt:lpstr>
      <vt:lpstr>What are the major Macroeconomic Goals?</vt:lpstr>
      <vt:lpstr>Why Macroeconomics Matters to Businesses</vt:lpstr>
      <vt:lpstr>Gross Domestic Product (DGP)</vt:lpstr>
      <vt:lpstr>Is the Bangladesh economy growing?</vt:lpstr>
      <vt:lpstr>National Income Accounting</vt:lpstr>
      <vt:lpstr>PowerPoint Presentation</vt:lpstr>
      <vt:lpstr>PowerPoint Presentation</vt:lpstr>
      <vt:lpstr>GDP and its Key Element</vt:lpstr>
      <vt:lpstr>Circular Flow and GDP</vt:lpstr>
      <vt:lpstr>Circular Flow and GDP</vt:lpstr>
      <vt:lpstr>Measuring GDP: Expenditure Approach</vt:lpstr>
      <vt:lpstr>Calculation of GDP: Expenditure Approach</vt:lpstr>
      <vt:lpstr>Measuring GDP Using Income Approach</vt:lpstr>
      <vt:lpstr>Calculation of GDP: Income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 Mamun, PhD, FCMA</dc:creator>
  <cp:lastModifiedBy>Syed A Mamun, PhD, FCMA</cp:lastModifiedBy>
  <cp:revision>6</cp:revision>
  <dcterms:created xsi:type="dcterms:W3CDTF">2026-06-10T08:07:10Z</dcterms:created>
  <dcterms:modified xsi:type="dcterms:W3CDTF">2026-06-15T08:28:31Z</dcterms:modified>
</cp:coreProperties>
</file>